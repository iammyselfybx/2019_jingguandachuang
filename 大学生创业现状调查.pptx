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0"/>
  </p:notesMasterIdLst>
  <p:handoutMasterIdLst>
    <p:handoutMasterId r:id="rId11"/>
  </p:handoutMasterIdLst>
  <p:sldIdLst>
    <p:sldId id="272" r:id="rId2"/>
    <p:sldId id="273" r:id="rId3"/>
    <p:sldId id="274" r:id="rId4"/>
    <p:sldId id="275" r:id="rId5"/>
    <p:sldId id="276" r:id="rId6"/>
    <p:sldId id="277" r:id="rId7"/>
    <p:sldId id="278" r:id="rId8"/>
    <p:sldId id="279" r:id="rId9"/>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8EE960A-8283-48C2-B66D-8E3F37947D38}">
          <p14:sldIdLst>
            <p14:sldId id="272"/>
            <p14:sldId id="273"/>
            <p14:sldId id="274"/>
            <p14:sldId id="275"/>
            <p14:sldId id="276"/>
            <p14:sldId id="277"/>
            <p14:sldId id="278"/>
            <p14:sldId id="279"/>
          </p14:sldIdLst>
        </p14:section>
        <p14:section name="无标题节" id="{8F7DC251-CED5-44B1-AD51-712EF2B9294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10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4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DC2459A-8875-4033-98C6-02923644E29D}" type="datetime2">
              <a:rPr lang="zh-CN" altLang="en-US" smtClean="0">
                <a:latin typeface="微软雅黑" panose="020B0503020204020204" pitchFamily="34" charset="-122"/>
                <a:ea typeface="微软雅黑" panose="020B0503020204020204" pitchFamily="34" charset="-122"/>
              </a:rPr>
              <a:t>2018年10月10日</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9A0AF4-0B8A-4FA6-9844-3FD3A33F06DF}" type="slidenum">
              <a:rPr lang="zh-CN" altLang="en-US" smtClean="0">
                <a:latin typeface="微软雅黑" panose="020B0503020204020204" pitchFamily="34" charset="-122"/>
                <a:ea typeface="微软雅黑" panose="020B0503020204020204" pitchFamily="34" charset="-122"/>
              </a:rPr>
              <a:t>‹#›</a:t>
            </a:fld>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875235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noProof="0"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709F6B0C-6D1E-4F53-A8D4-0EE188F290A5}" type="datetime2">
              <a:rPr lang="zh-CN" altLang="en-US" smtClean="0"/>
              <a:pPr/>
              <a:t>2018年10月10日</a:t>
            </a:fld>
            <a:endParaRPr 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dirty="0"/>
              <a:t>单击此处编辑母版文本样式</a:t>
            </a:r>
          </a:p>
          <a:p>
            <a:pPr lvl="1" rtl="0"/>
            <a:r>
              <a:rPr lang="zh-cn" dirty="0"/>
              <a:t>第二级</a:t>
            </a:r>
          </a:p>
          <a:p>
            <a:pPr lvl="2" rtl="0"/>
            <a:r>
              <a:rPr lang="zh-cn" dirty="0"/>
              <a:t>第三级</a:t>
            </a:r>
          </a:p>
          <a:p>
            <a:pPr lvl="3" rtl="0"/>
            <a:r>
              <a:rPr lang="zh-cn" dirty="0"/>
              <a:t>第四级</a:t>
            </a:r>
          </a:p>
          <a:p>
            <a:pPr lvl="4" rtl="0"/>
            <a:r>
              <a:rPr lang="zh-cn" dirty="0"/>
              <a:t>第五级</a:t>
            </a:r>
            <a:endParaRPr 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noProof="0" dirty="0"/>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893B0CF2-7F87-4E02-A248-870047730F99}" type="slidenum">
              <a:rPr lang="en-US" altLang="zh-CN" noProof="0" smtClean="0"/>
              <a:pPr/>
              <a:t>‹#›</a:t>
            </a:fld>
            <a:endParaRPr lang="zh-CN" altLang="en-US" noProof="0" dirty="0"/>
          </a:p>
        </p:txBody>
      </p:sp>
    </p:spTree>
    <p:extLst>
      <p:ext uri="{BB962C8B-B14F-4D97-AF65-F5344CB8AC3E}">
        <p14:creationId xmlns:p14="http://schemas.microsoft.com/office/powerpoint/2010/main" val="36149813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p>
        </p:txBody>
      </p:sp>
      <p:sp>
        <p:nvSpPr>
          <p:cNvPr id="4" name="幻灯片编号占位符 3"/>
          <p:cNvSpPr>
            <a:spLocks noGrp="1"/>
          </p:cNvSpPr>
          <p:nvPr>
            <p:ph type="sldNum" sz="quarter" idx="10"/>
          </p:nvPr>
        </p:nvSpPr>
        <p:spPr/>
        <p:txBody>
          <a:bodyPr rtlCol="0"/>
          <a:lstStyle/>
          <a:p>
            <a:pPr rtl="0"/>
            <a:fld id="{893B0CF2-7F87-4E02-A248-870047730F99}" type="slidenum">
              <a:rPr lang="en-US" smtClean="0"/>
              <a:t>1</a:t>
            </a:fld>
            <a:endParaRPr lang="en-US"/>
          </a:p>
        </p:txBody>
      </p:sp>
    </p:spTree>
    <p:extLst>
      <p:ext uri="{BB962C8B-B14F-4D97-AF65-F5344CB8AC3E}">
        <p14:creationId xmlns:p14="http://schemas.microsoft.com/office/powerpoint/2010/main" val="1495133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893B0CF2-7F87-4E02-A248-870047730F99}" type="slidenum">
              <a:rPr lang="en-US" altLang="zh-CN" noProof="0" smtClean="0"/>
              <a:pPr/>
              <a:t>2</a:t>
            </a:fld>
            <a:endParaRPr lang="zh-CN" altLang="en-US" noProof="0" dirty="0"/>
          </a:p>
        </p:txBody>
      </p:sp>
    </p:spTree>
    <p:extLst>
      <p:ext uri="{BB962C8B-B14F-4D97-AF65-F5344CB8AC3E}">
        <p14:creationId xmlns:p14="http://schemas.microsoft.com/office/powerpoint/2010/main" val="2103113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893B0CF2-7F87-4E02-A248-870047730F99}" type="slidenum">
              <a:rPr lang="en-US" altLang="zh-CN" noProof="0" smtClean="0"/>
              <a:pPr/>
              <a:t>3</a:t>
            </a:fld>
            <a:endParaRPr lang="zh-CN" altLang="en-US" noProof="0" dirty="0"/>
          </a:p>
        </p:txBody>
      </p:sp>
    </p:spTree>
    <p:extLst>
      <p:ext uri="{BB962C8B-B14F-4D97-AF65-F5344CB8AC3E}">
        <p14:creationId xmlns:p14="http://schemas.microsoft.com/office/powerpoint/2010/main" val="3491332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893B0CF2-7F87-4E02-A248-870047730F99}" type="slidenum">
              <a:rPr lang="en-US" altLang="zh-CN" noProof="0" smtClean="0"/>
              <a:pPr/>
              <a:t>4</a:t>
            </a:fld>
            <a:endParaRPr lang="zh-CN" altLang="en-US" noProof="0" dirty="0"/>
          </a:p>
        </p:txBody>
      </p:sp>
    </p:spTree>
    <p:extLst>
      <p:ext uri="{BB962C8B-B14F-4D97-AF65-F5344CB8AC3E}">
        <p14:creationId xmlns:p14="http://schemas.microsoft.com/office/powerpoint/2010/main" val="3742652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893B0CF2-7F87-4E02-A248-870047730F99}" type="slidenum">
              <a:rPr lang="en-US" altLang="zh-CN" noProof="0" smtClean="0"/>
              <a:pPr/>
              <a:t>5</a:t>
            </a:fld>
            <a:endParaRPr lang="zh-CN" altLang="en-US" noProof="0" dirty="0"/>
          </a:p>
        </p:txBody>
      </p:sp>
    </p:spTree>
    <p:extLst>
      <p:ext uri="{BB962C8B-B14F-4D97-AF65-F5344CB8AC3E}">
        <p14:creationId xmlns:p14="http://schemas.microsoft.com/office/powerpoint/2010/main" val="153008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893B0CF2-7F87-4E02-A248-870047730F99}" type="slidenum">
              <a:rPr lang="en-US" altLang="zh-CN" noProof="0" smtClean="0"/>
              <a:pPr/>
              <a:t>6</a:t>
            </a:fld>
            <a:endParaRPr lang="zh-CN" altLang="en-US" noProof="0" dirty="0"/>
          </a:p>
        </p:txBody>
      </p:sp>
    </p:spTree>
    <p:extLst>
      <p:ext uri="{BB962C8B-B14F-4D97-AF65-F5344CB8AC3E}">
        <p14:creationId xmlns:p14="http://schemas.microsoft.com/office/powerpoint/2010/main" val="2681283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893B0CF2-7F87-4E02-A248-870047730F99}" type="slidenum">
              <a:rPr lang="en-US" altLang="zh-CN" noProof="0" smtClean="0"/>
              <a:pPr/>
              <a:t>7</a:t>
            </a:fld>
            <a:endParaRPr lang="zh-CN" altLang="en-US" noProof="0" dirty="0"/>
          </a:p>
        </p:txBody>
      </p:sp>
    </p:spTree>
    <p:extLst>
      <p:ext uri="{BB962C8B-B14F-4D97-AF65-F5344CB8AC3E}">
        <p14:creationId xmlns:p14="http://schemas.microsoft.com/office/powerpoint/2010/main" val="132362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893B0CF2-7F87-4E02-A248-870047730F99}" type="slidenum">
              <a:rPr lang="en-US" altLang="zh-CN" noProof="0" smtClean="0"/>
              <a:pPr/>
              <a:t>8</a:t>
            </a:fld>
            <a:endParaRPr lang="zh-CN" altLang="en-US" noProof="0" dirty="0"/>
          </a:p>
        </p:txBody>
      </p:sp>
    </p:spTree>
    <p:extLst>
      <p:ext uri="{BB962C8B-B14F-4D97-AF65-F5344CB8AC3E}">
        <p14:creationId xmlns:p14="http://schemas.microsoft.com/office/powerpoint/2010/main" val="4109903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1">
        <a:schemeClr val="bg1"/>
      </p:bgRef>
    </p:bg>
    <p:spTree>
      <p:nvGrpSpPr>
        <p:cNvPr id="1" name=""/>
        <p:cNvGrpSpPr/>
        <p:nvPr/>
      </p:nvGrpSpPr>
      <p:grpSpPr>
        <a:xfrm>
          <a:off x="0" y="0"/>
          <a:ext cx="0" cy="0"/>
          <a:chOff x="0" y="0"/>
          <a:chExt cx="0" cy="0"/>
        </a:xfrm>
      </p:grpSpPr>
      <p:grpSp>
        <p:nvGrpSpPr>
          <p:cNvPr id="10" name="组 9"/>
          <p:cNvGrpSpPr/>
          <p:nvPr/>
        </p:nvGrpSpPr>
        <p:grpSpPr>
          <a:xfrm>
            <a:off x="0" y="6208894"/>
            <a:ext cx="12192000" cy="649106"/>
            <a:chOff x="0" y="6208894"/>
            <a:chExt cx="12192000" cy="649106"/>
          </a:xfrm>
        </p:grpSpPr>
        <p:sp>
          <p:nvSpPr>
            <p:cNvPr id="2" name="矩形 1"/>
            <p:cNvSpPr/>
            <p:nvPr/>
          </p:nvSpPr>
          <p:spPr>
            <a:xfrm>
              <a:off x="3048" y="6220178"/>
              <a:ext cx="12188952" cy="637822"/>
            </a:xfrm>
            <a:prstGeom prst="rect">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rtl="0"/>
              <a:endParaRPr lang="en-US">
                <a:latin typeface="微软雅黑" panose="020B0503020204020204" pitchFamily="34" charset="-122"/>
                <a:ea typeface="微软雅黑" panose="020B0503020204020204" pitchFamily="34" charset="-122"/>
              </a:endParaRPr>
            </a:p>
          </p:txBody>
        </p:sp>
        <p:cxnSp>
          <p:nvCxnSpPr>
            <p:cNvPr id="7" name="直接连接符​​(S) 6"/>
            <p:cNvCxnSpPr/>
            <p:nvPr/>
          </p:nvCxnSpPr>
          <p:spPr>
            <a:xfrm>
              <a:off x="0" y="6208894"/>
              <a:ext cx="121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5" name="直接连接符 4"/>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sp>
        <p:nvSpPr>
          <p:cNvPr id="9" name="标题 8"/>
          <p:cNvSpPr>
            <a:spLocks noGrp="1"/>
          </p:cNvSpPr>
          <p:nvPr>
            <p:ph type="ctrTitle"/>
          </p:nvPr>
        </p:nvSpPr>
        <p:spPr>
          <a:xfrm>
            <a:off x="711200" y="1371600"/>
            <a:ext cx="10468864" cy="1828800"/>
          </a:xfrm>
          <a:ln>
            <a:noFill/>
          </a:ln>
        </p:spPr>
        <p:txBody>
          <a:bodyPr vert="horz" tIns="0" rIns="18288" bIns="0" rtlCol="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tx2"/>
                </a:solidFill>
                <a:effectLst/>
                <a:latin typeface="微软雅黑" panose="020B0503020204020204" pitchFamily="34" charset="-122"/>
                <a:ea typeface="微软雅黑" panose="020B0503020204020204" pitchFamily="34" charset="-122"/>
                <a:cs typeface="+mj-cs"/>
              </a:defRPr>
            </a:lvl1pPr>
          </a:lstStyle>
          <a:p>
            <a:pPr rtl="0"/>
            <a:r>
              <a:rPr lang="zh-CN" altLang="en-US"/>
              <a:t>单击此处编辑母版标题样式</a:t>
            </a:r>
            <a:endParaRPr kumimoji="0" lang="en-US" dirty="0"/>
          </a:p>
        </p:txBody>
      </p:sp>
      <p:sp>
        <p:nvSpPr>
          <p:cNvPr id="17" name="副标题 16"/>
          <p:cNvSpPr>
            <a:spLocks noGrp="1"/>
          </p:cNvSpPr>
          <p:nvPr>
            <p:ph type="subTitle" idx="1"/>
          </p:nvPr>
        </p:nvSpPr>
        <p:spPr>
          <a:xfrm>
            <a:off x="711200" y="3228536"/>
            <a:ext cx="10472928" cy="1752600"/>
          </a:xfrm>
        </p:spPr>
        <p:txBody>
          <a:bodyPr lIns="0" rIns="18288" rtlCol="0"/>
          <a:lstStyle>
            <a:lvl1pPr marL="0" marR="45720" indent="0" algn="r">
              <a:buNone/>
              <a:defRPr>
                <a:solidFill>
                  <a:schemeClr val="tx1"/>
                </a:solidFill>
                <a:latin typeface="宋体" panose="02010600030101010101" pitchFamily="2" charset="-122"/>
                <a:ea typeface="宋体" panose="02010600030101010101" pitchFamily="2"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zh-CN" altLang="en-US"/>
              <a:t>单击此处编辑母版副标题样式</a:t>
            </a:r>
            <a:endParaRPr kumimoji="0" lang="en-US" dirty="0"/>
          </a:p>
        </p:txBody>
      </p:sp>
      <p:sp>
        <p:nvSpPr>
          <p:cNvPr id="30" name="日期占位符 29"/>
          <p:cNvSpPr>
            <a:spLocks noGrp="1"/>
          </p:cNvSpPr>
          <p:nvPr>
            <p:ph type="dt" sz="half" idx="10"/>
          </p:nvPr>
        </p:nvSpPr>
        <p:spPr/>
        <p:txBody>
          <a:bodyPr rtlCol="0"/>
          <a:lstStyle>
            <a:lvl1pPr>
              <a:defRPr>
                <a:latin typeface="宋体" panose="02010600030101010101" pitchFamily="2" charset="-122"/>
                <a:ea typeface="宋体" panose="02010600030101010101" pitchFamily="2" charset="-122"/>
              </a:defRPr>
            </a:lvl1pPr>
          </a:lstStyle>
          <a:p>
            <a:fld id="{CD11CD66-A5DC-4DA4-9F16-86D76EE3D28C}" type="datetime2">
              <a:rPr lang="zh-CN" altLang="en-US" smtClean="0"/>
              <a:pPr/>
              <a:t>2018年10月10日</a:t>
            </a:fld>
            <a:endParaRPr lang="en-US" dirty="0"/>
          </a:p>
        </p:txBody>
      </p:sp>
      <p:sp>
        <p:nvSpPr>
          <p:cNvPr id="19" name="页脚占位符 18"/>
          <p:cNvSpPr>
            <a:spLocks noGrp="1"/>
          </p:cNvSpPr>
          <p:nvPr>
            <p:ph type="ftr" sz="quarter" idx="11"/>
          </p:nvPr>
        </p:nvSpPr>
        <p:spPr/>
        <p:txBody>
          <a:bodyPr rtlCol="0"/>
          <a:lstStyle>
            <a:lvl1pPr>
              <a:defRPr>
                <a:latin typeface="宋体" panose="02010600030101010101" pitchFamily="2" charset="-122"/>
                <a:ea typeface="宋体" panose="02010600030101010101" pitchFamily="2" charset="-122"/>
              </a:defRPr>
            </a:lvl1pPr>
          </a:lstStyle>
          <a:p>
            <a:r>
              <a:rPr lang="zh-cn" dirty="0"/>
              <a:t>添加页脚</a:t>
            </a:r>
            <a:endParaRPr lang="en-US" dirty="0"/>
          </a:p>
        </p:txBody>
      </p:sp>
      <p:sp>
        <p:nvSpPr>
          <p:cNvPr id="27" name="幻灯片编号占位符 26"/>
          <p:cNvSpPr>
            <a:spLocks noGrp="1"/>
          </p:cNvSpPr>
          <p:nvPr>
            <p:ph type="sldNum" sz="quarter" idx="12"/>
          </p:nvPr>
        </p:nvSpPr>
        <p:spPr/>
        <p:txBody>
          <a:bodyPr rtlCol="0"/>
          <a:lstStyle>
            <a:lvl1pPr>
              <a:defRPr>
                <a:latin typeface="宋体" panose="02010600030101010101" pitchFamily="2" charset="-122"/>
                <a:ea typeface="宋体" panose="02010600030101010101" pitchFamily="2" charset="-122"/>
              </a:defRPr>
            </a:lvl1p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2980820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a:t>单击此处编辑母版标题样式</a:t>
            </a:r>
            <a:endParaRPr kumimoji="0" lang="en-US" dirty="0"/>
          </a:p>
        </p:txBody>
      </p:sp>
      <p:sp>
        <p:nvSpPr>
          <p:cNvPr id="3" name="内容占位符 2"/>
          <p:cNvSpPr>
            <a:spLocks noGrp="1"/>
          </p:cNvSpPr>
          <p:nvPr>
            <p:ph idx="1"/>
          </p:nvPr>
        </p:nvSpPr>
        <p:spPr/>
        <p:txBody>
          <a:bodyPr rtlCol="0"/>
          <a:lstStyle/>
          <a:p>
            <a:pPr lvl="0" rtl="0" eaLnBrk="1" latinLnBrk="0" hangingPunct="1"/>
            <a:r>
              <a:rPr lang="zh-CN" altLang="en-US"/>
              <a:t>编辑母版文本样式</a:t>
            </a:r>
          </a:p>
          <a:p>
            <a:pPr lvl="1" rtl="0" eaLnBrk="1" latinLnBrk="0" hangingPunct="1"/>
            <a:r>
              <a:rPr lang="zh-CN" altLang="en-US"/>
              <a:t>第二级</a:t>
            </a:r>
          </a:p>
          <a:p>
            <a:pPr lvl="2" rtl="0" eaLnBrk="1" latinLnBrk="0" hangingPunct="1"/>
            <a:r>
              <a:rPr lang="zh-CN" altLang="en-US"/>
              <a:t>第三级</a:t>
            </a:r>
          </a:p>
          <a:p>
            <a:pPr lvl="3" rtl="0" eaLnBrk="1" latinLnBrk="0" hangingPunct="1"/>
            <a:r>
              <a:rPr lang="zh-CN" altLang="en-US"/>
              <a:t>第四级</a:t>
            </a:r>
          </a:p>
          <a:p>
            <a:pPr lvl="4" rtl="0" eaLnBrk="1" latinLnBrk="0" hangingPunct="1"/>
            <a:r>
              <a:rPr lang="zh-CN" altLang="en-US"/>
              <a:t>第五级</a:t>
            </a:r>
            <a:endParaRPr kumimoji="0" lang="en-US" dirty="0"/>
          </a:p>
        </p:txBody>
      </p:sp>
      <p:sp>
        <p:nvSpPr>
          <p:cNvPr id="4" name="日期占位符 3"/>
          <p:cNvSpPr>
            <a:spLocks noGrp="1"/>
          </p:cNvSpPr>
          <p:nvPr>
            <p:ph type="dt" sz="half" idx="10"/>
          </p:nvPr>
        </p:nvSpPr>
        <p:spPr/>
        <p:txBody>
          <a:bodyPr rtlCol="0"/>
          <a:lstStyle/>
          <a:p>
            <a:pPr rtl="0"/>
            <a:fld id="{FD45D8D3-C53C-4365-92C7-E8127B1A303F}" type="datetime2">
              <a:rPr lang="zh-CN" altLang="en-US" smtClean="0"/>
              <a:t>2018年10月10日</a:t>
            </a:fld>
            <a:endParaRPr lang="en-US" dirty="0"/>
          </a:p>
        </p:txBody>
      </p:sp>
      <p:sp>
        <p:nvSpPr>
          <p:cNvPr id="5" name="页脚占位符 4"/>
          <p:cNvSpPr>
            <a:spLocks noGrp="1"/>
          </p:cNvSpPr>
          <p:nvPr>
            <p:ph type="ftr" sz="quarter" idx="11"/>
          </p:nvPr>
        </p:nvSpPr>
        <p:spPr/>
        <p:txBody>
          <a:bodyPr rtlCol="0"/>
          <a:lstStyle/>
          <a:p>
            <a:pPr rtl="0"/>
            <a:r>
              <a:rPr lang="zh-cn" dirty="0"/>
              <a:t>添加页脚</a:t>
            </a:r>
            <a:endParaRPr lang="en-US" dirty="0"/>
          </a:p>
        </p:txBody>
      </p:sp>
      <p:sp>
        <p:nvSpPr>
          <p:cNvPr id="6" name="幻灯片编号占位符 5"/>
          <p:cNvSpPr>
            <a:spLocks noGrp="1"/>
          </p:cNvSpPr>
          <p:nvPr>
            <p:ph type="sldNum" sz="quarter" idx="12"/>
          </p:nvPr>
        </p:nvSpPr>
        <p:spPr/>
        <p:txBody>
          <a:bodyPr rtlCol="0"/>
          <a:lstStyle/>
          <a:p>
            <a:pPr rtl="0"/>
            <a:fld id="{401CF334-2D5C-4859-84A6-CA7E6E43FAEB}" type="slidenum">
              <a:rPr lang="en-US" smtClean="0"/>
              <a:t>‹#›</a:t>
            </a:fld>
            <a:endParaRPr lang="en-US"/>
          </a:p>
        </p:txBody>
      </p:sp>
    </p:spTree>
    <p:extLst>
      <p:ext uri="{BB962C8B-B14F-4D97-AF65-F5344CB8AC3E}">
        <p14:creationId xmlns:p14="http://schemas.microsoft.com/office/powerpoint/2010/main" val="1481682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07136" y="1316736"/>
            <a:ext cx="10363200" cy="1362456"/>
          </a:xfrm>
          <a:ln>
            <a:noFill/>
          </a:ln>
        </p:spPr>
        <p:txBody>
          <a:bodyPr vert="horz" tIns="0" bIns="0" rtlCol="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tx2"/>
                </a:solidFill>
                <a:effectLst/>
                <a:latin typeface="+mj-lt"/>
                <a:ea typeface="微软雅黑" panose="020B0503020204020204" pitchFamily="34" charset="-122"/>
                <a:cs typeface="+mj-cs"/>
              </a:defRPr>
            </a:lvl1pPr>
          </a:lstStyle>
          <a:p>
            <a:pPr rtl="0"/>
            <a:r>
              <a:rPr lang="zh-CN" altLang="en-US"/>
              <a:t>单击此处编辑母版标题样式</a:t>
            </a:r>
            <a:endParaRPr kumimoji="0" lang="en-US" dirty="0"/>
          </a:p>
        </p:txBody>
      </p:sp>
      <p:sp>
        <p:nvSpPr>
          <p:cNvPr id="3" name="文本占位符 2"/>
          <p:cNvSpPr>
            <a:spLocks noGrp="1"/>
          </p:cNvSpPr>
          <p:nvPr>
            <p:ph type="body" idx="1"/>
          </p:nvPr>
        </p:nvSpPr>
        <p:spPr>
          <a:xfrm>
            <a:off x="707136" y="2704664"/>
            <a:ext cx="10363200" cy="1509712"/>
          </a:xfrm>
        </p:spPr>
        <p:txBody>
          <a:bodyPr lIns="45720" rIns="45720" rtlCol="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zh-CN" altLang="en-US"/>
              <a:t>编辑母版文本样式</a:t>
            </a:r>
          </a:p>
        </p:txBody>
      </p:sp>
      <p:sp>
        <p:nvSpPr>
          <p:cNvPr id="4" name="日期占位符 3"/>
          <p:cNvSpPr>
            <a:spLocks noGrp="1"/>
          </p:cNvSpPr>
          <p:nvPr>
            <p:ph type="dt" sz="half" idx="10"/>
          </p:nvPr>
        </p:nvSpPr>
        <p:spPr/>
        <p:txBody>
          <a:bodyPr rtlCol="0"/>
          <a:lstStyle/>
          <a:p>
            <a:pPr rtl="0"/>
            <a:fld id="{B26F76AF-62D1-44AB-97DC-928467407F16}" type="datetime2">
              <a:rPr lang="zh-CN" altLang="en-US" smtClean="0"/>
              <a:t>2018年10月10日</a:t>
            </a:fld>
            <a:endParaRPr lang="en-US"/>
          </a:p>
        </p:txBody>
      </p:sp>
      <p:sp>
        <p:nvSpPr>
          <p:cNvPr id="5" name="页脚占位符 4"/>
          <p:cNvSpPr>
            <a:spLocks noGrp="1"/>
          </p:cNvSpPr>
          <p:nvPr>
            <p:ph type="ftr" sz="quarter" idx="11"/>
          </p:nvPr>
        </p:nvSpPr>
        <p:spPr/>
        <p:txBody>
          <a:bodyPr rtlCol="0"/>
          <a:lstStyle/>
          <a:p>
            <a:pPr rtl="0"/>
            <a:r>
              <a:rPr lang="zh-cn" dirty="0"/>
              <a:t>添加页脚</a:t>
            </a:r>
            <a:endParaRPr lang="en-US" dirty="0"/>
          </a:p>
        </p:txBody>
      </p:sp>
      <p:sp>
        <p:nvSpPr>
          <p:cNvPr id="6" name="幻灯片编号占位符 5"/>
          <p:cNvSpPr>
            <a:spLocks noGrp="1"/>
          </p:cNvSpPr>
          <p:nvPr>
            <p:ph type="sldNum" sz="quarter" idx="12"/>
          </p:nvPr>
        </p:nvSpPr>
        <p:spPr/>
        <p:txBody>
          <a:bodyPr rtlCol="0"/>
          <a:lstStyle/>
          <a:p>
            <a:pPr rtl="0"/>
            <a:fld id="{401CF334-2D5C-4859-84A6-CA7E6E43FAEB}" type="slidenum">
              <a:rPr lang="en-US" smtClean="0"/>
              <a:t>‹#›</a:t>
            </a:fld>
            <a:endParaRPr lang="en-US"/>
          </a:p>
        </p:txBody>
      </p:sp>
    </p:spTree>
    <p:extLst>
      <p:ext uri="{BB962C8B-B14F-4D97-AF65-F5344CB8AC3E}">
        <p14:creationId xmlns:p14="http://schemas.microsoft.com/office/powerpoint/2010/main" val="353193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704088"/>
            <a:ext cx="10972800" cy="1143000"/>
          </a:xfrm>
        </p:spPr>
        <p:txBody>
          <a:bodyPr rtlCol="0"/>
          <a:lstStyle/>
          <a:p>
            <a:pPr rtl="0"/>
            <a:r>
              <a:rPr lang="zh-CN" altLang="en-US"/>
              <a:t>单击此处编辑母版标题样式</a:t>
            </a:r>
            <a:endParaRPr kumimoji="0" lang="en-US" dirty="0"/>
          </a:p>
        </p:txBody>
      </p:sp>
      <p:sp>
        <p:nvSpPr>
          <p:cNvPr id="3" name="内容占位符 2"/>
          <p:cNvSpPr>
            <a:spLocks noGrp="1"/>
          </p:cNvSpPr>
          <p:nvPr>
            <p:ph sz="half" idx="1"/>
          </p:nvPr>
        </p:nvSpPr>
        <p:spPr>
          <a:xfrm>
            <a:off x="609600" y="1920085"/>
            <a:ext cx="5384800" cy="4434840"/>
          </a:xfrm>
        </p:spPr>
        <p:txBody>
          <a:bodyPr rtlCol="0"/>
          <a:lstStyle>
            <a:lvl1pPr>
              <a:defRPr sz="2600"/>
            </a:lvl1pPr>
            <a:lvl2pPr>
              <a:defRPr sz="2400"/>
            </a:lvl2pPr>
            <a:lvl3pPr>
              <a:defRPr sz="2000"/>
            </a:lvl3pPr>
            <a:lvl4pPr>
              <a:defRPr sz="1800"/>
            </a:lvl4pPr>
            <a:lvl5pPr>
              <a:defRPr sz="1800"/>
            </a:lvl5pPr>
          </a:lstStyle>
          <a:p>
            <a:pPr lvl="0" rtl="0" eaLnBrk="1" latinLnBrk="0" hangingPunct="1"/>
            <a:r>
              <a:rPr lang="zh-CN" altLang="en-US"/>
              <a:t>编辑母版文本样式</a:t>
            </a:r>
          </a:p>
          <a:p>
            <a:pPr lvl="1" rtl="0" eaLnBrk="1" latinLnBrk="0" hangingPunct="1"/>
            <a:r>
              <a:rPr lang="zh-CN" altLang="en-US"/>
              <a:t>第二级</a:t>
            </a:r>
          </a:p>
          <a:p>
            <a:pPr lvl="2" rtl="0" eaLnBrk="1" latinLnBrk="0" hangingPunct="1"/>
            <a:r>
              <a:rPr lang="zh-CN" altLang="en-US"/>
              <a:t>第三级</a:t>
            </a:r>
          </a:p>
          <a:p>
            <a:pPr lvl="3" rtl="0" eaLnBrk="1" latinLnBrk="0" hangingPunct="1"/>
            <a:r>
              <a:rPr lang="zh-CN" altLang="en-US"/>
              <a:t>第四级</a:t>
            </a:r>
          </a:p>
          <a:p>
            <a:pPr lvl="4" rtl="0" eaLnBrk="1" latinLnBrk="0" hangingPunct="1"/>
            <a:r>
              <a:rPr lang="zh-CN" altLang="en-US"/>
              <a:t>第五级</a:t>
            </a:r>
            <a:endParaRPr kumimoji="0" lang="en-US" dirty="0"/>
          </a:p>
        </p:txBody>
      </p:sp>
      <p:sp>
        <p:nvSpPr>
          <p:cNvPr id="4" name="内容占位符 3"/>
          <p:cNvSpPr>
            <a:spLocks noGrp="1"/>
          </p:cNvSpPr>
          <p:nvPr>
            <p:ph sz="half" idx="2"/>
          </p:nvPr>
        </p:nvSpPr>
        <p:spPr>
          <a:xfrm>
            <a:off x="6197600" y="1920085"/>
            <a:ext cx="5384800" cy="4434840"/>
          </a:xfrm>
        </p:spPr>
        <p:txBody>
          <a:bodyPr rtlCol="0"/>
          <a:lstStyle>
            <a:lvl1pPr>
              <a:defRPr sz="2600"/>
            </a:lvl1pPr>
            <a:lvl2pPr>
              <a:defRPr sz="2400"/>
            </a:lvl2pPr>
            <a:lvl3pPr>
              <a:defRPr sz="2000"/>
            </a:lvl3pPr>
            <a:lvl4pPr>
              <a:defRPr sz="1800"/>
            </a:lvl4pPr>
            <a:lvl5pPr>
              <a:defRPr sz="1800"/>
            </a:lvl5pPr>
          </a:lstStyle>
          <a:p>
            <a:pPr lvl="0" rtl="0" eaLnBrk="1" latinLnBrk="0" hangingPunct="1"/>
            <a:r>
              <a:rPr lang="zh-CN" altLang="en-US"/>
              <a:t>编辑母版文本样式</a:t>
            </a:r>
          </a:p>
          <a:p>
            <a:pPr lvl="1" rtl="0" eaLnBrk="1" latinLnBrk="0" hangingPunct="1"/>
            <a:r>
              <a:rPr lang="zh-CN" altLang="en-US"/>
              <a:t>第二级</a:t>
            </a:r>
          </a:p>
          <a:p>
            <a:pPr lvl="2" rtl="0" eaLnBrk="1" latinLnBrk="0" hangingPunct="1"/>
            <a:r>
              <a:rPr lang="zh-CN" altLang="en-US"/>
              <a:t>第三级</a:t>
            </a:r>
          </a:p>
          <a:p>
            <a:pPr lvl="3" rtl="0" eaLnBrk="1" latinLnBrk="0" hangingPunct="1"/>
            <a:r>
              <a:rPr lang="zh-CN" altLang="en-US"/>
              <a:t>第四级</a:t>
            </a:r>
          </a:p>
          <a:p>
            <a:pPr lvl="4" rtl="0" eaLnBrk="1" latinLnBrk="0" hangingPunct="1"/>
            <a:r>
              <a:rPr lang="zh-CN" altLang="en-US"/>
              <a:t>第五级</a:t>
            </a:r>
            <a:endParaRPr kumimoji="0" lang="en-US" dirty="0"/>
          </a:p>
        </p:txBody>
      </p:sp>
      <p:sp>
        <p:nvSpPr>
          <p:cNvPr id="5" name="日期占位符 4"/>
          <p:cNvSpPr>
            <a:spLocks noGrp="1"/>
          </p:cNvSpPr>
          <p:nvPr>
            <p:ph type="dt" sz="half" idx="10"/>
          </p:nvPr>
        </p:nvSpPr>
        <p:spPr/>
        <p:txBody>
          <a:bodyPr rtlCol="0"/>
          <a:lstStyle/>
          <a:p>
            <a:pPr rtl="0"/>
            <a:fld id="{A77DD1BF-0CA4-45C0-B145-3B71A9C91F32}" type="datetime2">
              <a:rPr lang="zh-CN" altLang="en-US" smtClean="0"/>
              <a:t>2018年10月10日</a:t>
            </a:fld>
            <a:endParaRPr lang="en-US" dirty="0"/>
          </a:p>
        </p:txBody>
      </p:sp>
      <p:sp>
        <p:nvSpPr>
          <p:cNvPr id="6" name="页脚占位符 5"/>
          <p:cNvSpPr>
            <a:spLocks noGrp="1"/>
          </p:cNvSpPr>
          <p:nvPr>
            <p:ph type="ftr" sz="quarter" idx="11"/>
          </p:nvPr>
        </p:nvSpPr>
        <p:spPr/>
        <p:txBody>
          <a:bodyPr rtlCol="0"/>
          <a:lstStyle/>
          <a:p>
            <a:pPr rtl="0"/>
            <a:r>
              <a:rPr lang="zh-cn" dirty="0"/>
              <a:t>添加页脚</a:t>
            </a:r>
            <a:endParaRPr lang="en-US" dirty="0"/>
          </a:p>
        </p:txBody>
      </p:sp>
      <p:sp>
        <p:nvSpPr>
          <p:cNvPr id="7" name="幻灯片编号占位符 6"/>
          <p:cNvSpPr>
            <a:spLocks noGrp="1"/>
          </p:cNvSpPr>
          <p:nvPr>
            <p:ph type="sldNum" sz="quarter" idx="12"/>
          </p:nvPr>
        </p:nvSpPr>
        <p:spPr/>
        <p:txBody>
          <a:bodyPr rtlCol="0"/>
          <a:lstStyle/>
          <a:p>
            <a:pPr rtl="0"/>
            <a:fld id="{401CF334-2D5C-4859-84A6-CA7E6E43FAEB}" type="slidenum">
              <a:rPr lang="en-US" smtClean="0"/>
              <a:t>‹#›</a:t>
            </a:fld>
            <a:endParaRPr lang="en-US"/>
          </a:p>
        </p:txBody>
      </p:sp>
    </p:spTree>
    <p:extLst>
      <p:ext uri="{BB962C8B-B14F-4D97-AF65-F5344CB8AC3E}">
        <p14:creationId xmlns:p14="http://schemas.microsoft.com/office/powerpoint/2010/main" val="10901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704088"/>
            <a:ext cx="10972800" cy="1143000"/>
          </a:xfrm>
        </p:spPr>
        <p:txBody>
          <a:bodyPr tIns="45720" rtlCol="0" anchor="b"/>
          <a:lstStyle>
            <a:lvl1pPr>
              <a:defRPr/>
            </a:lvl1pPr>
          </a:lstStyle>
          <a:p>
            <a:pPr rtl="0"/>
            <a:r>
              <a:rPr lang="zh-CN" altLang="en-US"/>
              <a:t>单击此处编辑母版标题样式</a:t>
            </a:r>
            <a:endParaRPr kumimoji="0" lang="en-US" dirty="0"/>
          </a:p>
        </p:txBody>
      </p:sp>
      <p:sp>
        <p:nvSpPr>
          <p:cNvPr id="3" name="文本占位符 2"/>
          <p:cNvSpPr>
            <a:spLocks noGrp="1"/>
          </p:cNvSpPr>
          <p:nvPr>
            <p:ph type="body" idx="1"/>
          </p:nvPr>
        </p:nvSpPr>
        <p:spPr>
          <a:xfrm>
            <a:off x="609600" y="1855248"/>
            <a:ext cx="5386917" cy="659352"/>
          </a:xfrm>
        </p:spPr>
        <p:txBody>
          <a:bodyPr lIns="45720" tIns="0" rIns="45720" bIns="0" rtlCol="0" anchor="ctr">
            <a:noAutofit/>
          </a:bodyPr>
          <a:lstStyle>
            <a:lvl1pPr marL="0" indent="0">
              <a:buNone/>
              <a:defRPr sz="2400" b="1" cap="none" baseline="0">
                <a:solidFill>
                  <a:schemeClr val="tx1"/>
                </a:solidFill>
                <a:effectLst/>
              </a:defRPr>
            </a:lvl1pPr>
            <a:lvl2pPr>
              <a:buNone/>
              <a:defRPr sz="2000" b="1"/>
            </a:lvl2pPr>
            <a:lvl3pPr>
              <a:buNone/>
              <a:defRPr sz="1800" b="1"/>
            </a:lvl3pPr>
            <a:lvl4pPr>
              <a:buNone/>
              <a:defRPr sz="1600" b="1"/>
            </a:lvl4pPr>
            <a:lvl5pPr>
              <a:buNone/>
              <a:defRPr sz="1600" b="1"/>
            </a:lvl5pPr>
          </a:lstStyle>
          <a:p>
            <a:pPr lvl="0" rtl="0" eaLnBrk="1" latinLnBrk="0" hangingPunct="1"/>
            <a:r>
              <a:rPr lang="zh-CN" altLang="en-US"/>
              <a:t>编辑母版文本样式</a:t>
            </a:r>
          </a:p>
        </p:txBody>
      </p:sp>
      <p:sp>
        <p:nvSpPr>
          <p:cNvPr id="5" name="内容占位符 4"/>
          <p:cNvSpPr>
            <a:spLocks noGrp="1"/>
          </p:cNvSpPr>
          <p:nvPr>
            <p:ph sz="quarter" idx="2"/>
          </p:nvPr>
        </p:nvSpPr>
        <p:spPr>
          <a:xfrm>
            <a:off x="609600" y="2514600"/>
            <a:ext cx="5386917" cy="3845720"/>
          </a:xfrm>
        </p:spPr>
        <p:txBody>
          <a:bodyPr tIns="0" rtlCol="0"/>
          <a:lstStyle>
            <a:lvl1pPr>
              <a:defRPr sz="2200"/>
            </a:lvl1pPr>
            <a:lvl2pPr>
              <a:defRPr sz="2000"/>
            </a:lvl2pPr>
            <a:lvl3pPr>
              <a:defRPr sz="1800"/>
            </a:lvl3pPr>
            <a:lvl4pPr>
              <a:defRPr sz="1600"/>
            </a:lvl4pPr>
            <a:lvl5pPr>
              <a:defRPr sz="1600"/>
            </a:lvl5pPr>
          </a:lstStyle>
          <a:p>
            <a:pPr lvl="0" rtl="0" eaLnBrk="1" latinLnBrk="0" hangingPunct="1"/>
            <a:r>
              <a:rPr lang="zh-CN" altLang="en-US"/>
              <a:t>编辑母版文本样式</a:t>
            </a:r>
          </a:p>
          <a:p>
            <a:pPr lvl="1" rtl="0" eaLnBrk="1" latinLnBrk="0" hangingPunct="1"/>
            <a:r>
              <a:rPr lang="zh-CN" altLang="en-US"/>
              <a:t>第二级</a:t>
            </a:r>
          </a:p>
          <a:p>
            <a:pPr lvl="2" rtl="0" eaLnBrk="1" latinLnBrk="0" hangingPunct="1"/>
            <a:r>
              <a:rPr lang="zh-CN" altLang="en-US"/>
              <a:t>第三级</a:t>
            </a:r>
          </a:p>
          <a:p>
            <a:pPr lvl="3" rtl="0" eaLnBrk="1" latinLnBrk="0" hangingPunct="1"/>
            <a:r>
              <a:rPr lang="zh-CN" altLang="en-US"/>
              <a:t>第四级</a:t>
            </a:r>
          </a:p>
          <a:p>
            <a:pPr lvl="4" rtl="0" eaLnBrk="1" latinLnBrk="0" hangingPunct="1"/>
            <a:r>
              <a:rPr lang="zh-CN" altLang="en-US"/>
              <a:t>第五级</a:t>
            </a:r>
            <a:endParaRPr kumimoji="0" lang="en-US" dirty="0"/>
          </a:p>
        </p:txBody>
      </p:sp>
      <p:sp>
        <p:nvSpPr>
          <p:cNvPr id="4" name="文本占位符 3"/>
          <p:cNvSpPr>
            <a:spLocks noGrp="1"/>
          </p:cNvSpPr>
          <p:nvPr>
            <p:ph type="body" sz="half" idx="3"/>
          </p:nvPr>
        </p:nvSpPr>
        <p:spPr>
          <a:xfrm>
            <a:off x="6193368" y="1859758"/>
            <a:ext cx="5389033" cy="654843"/>
          </a:xfrm>
        </p:spPr>
        <p:txBody>
          <a:bodyPr lIns="45720" tIns="0" rIns="45720" bIns="0" rtlCol="0" anchor="ctr"/>
          <a:lstStyle>
            <a:lvl1pPr marL="0" indent="0">
              <a:buNone/>
              <a:defRPr sz="2400" b="1" cap="none" baseline="0">
                <a:solidFill>
                  <a:schemeClr val="tx1"/>
                </a:solidFill>
                <a:effectLst/>
              </a:defRPr>
            </a:lvl1pPr>
            <a:lvl2pPr>
              <a:buNone/>
              <a:defRPr sz="2000" b="1"/>
            </a:lvl2pPr>
            <a:lvl3pPr>
              <a:buNone/>
              <a:defRPr sz="1800" b="1"/>
            </a:lvl3pPr>
            <a:lvl4pPr>
              <a:buNone/>
              <a:defRPr sz="1600" b="1"/>
            </a:lvl4pPr>
            <a:lvl5pPr>
              <a:buNone/>
              <a:defRPr sz="1600" b="1"/>
            </a:lvl5pPr>
          </a:lstStyle>
          <a:p>
            <a:pPr lvl="0" rtl="0" eaLnBrk="1" latinLnBrk="0" hangingPunct="1"/>
            <a:r>
              <a:rPr lang="zh-CN" altLang="en-US"/>
              <a:t>编辑母版文本样式</a:t>
            </a:r>
          </a:p>
        </p:txBody>
      </p:sp>
      <p:sp>
        <p:nvSpPr>
          <p:cNvPr id="6" name="内容占位符 5"/>
          <p:cNvSpPr>
            <a:spLocks noGrp="1"/>
          </p:cNvSpPr>
          <p:nvPr>
            <p:ph sz="quarter" idx="4"/>
          </p:nvPr>
        </p:nvSpPr>
        <p:spPr>
          <a:xfrm>
            <a:off x="6193368" y="2514600"/>
            <a:ext cx="5389033" cy="3845720"/>
          </a:xfrm>
        </p:spPr>
        <p:txBody>
          <a:bodyPr tIns="0" rtlCol="0"/>
          <a:lstStyle>
            <a:lvl1pPr>
              <a:defRPr sz="2200"/>
            </a:lvl1pPr>
            <a:lvl2pPr>
              <a:defRPr sz="2000"/>
            </a:lvl2pPr>
            <a:lvl3pPr>
              <a:defRPr sz="1800"/>
            </a:lvl3pPr>
            <a:lvl4pPr>
              <a:defRPr sz="1600"/>
            </a:lvl4pPr>
            <a:lvl5pPr>
              <a:defRPr sz="1600"/>
            </a:lvl5pPr>
          </a:lstStyle>
          <a:p>
            <a:pPr lvl="0" rtl="0" eaLnBrk="1" latinLnBrk="0" hangingPunct="1"/>
            <a:r>
              <a:rPr lang="zh-CN" altLang="en-US"/>
              <a:t>编辑母版文本样式</a:t>
            </a:r>
          </a:p>
          <a:p>
            <a:pPr lvl="1" rtl="0" eaLnBrk="1" latinLnBrk="0" hangingPunct="1"/>
            <a:r>
              <a:rPr lang="zh-CN" altLang="en-US"/>
              <a:t>第二级</a:t>
            </a:r>
          </a:p>
          <a:p>
            <a:pPr lvl="2" rtl="0" eaLnBrk="1" latinLnBrk="0" hangingPunct="1"/>
            <a:r>
              <a:rPr lang="zh-CN" altLang="en-US"/>
              <a:t>第三级</a:t>
            </a:r>
          </a:p>
          <a:p>
            <a:pPr lvl="3" rtl="0" eaLnBrk="1" latinLnBrk="0" hangingPunct="1"/>
            <a:r>
              <a:rPr lang="zh-CN" altLang="en-US"/>
              <a:t>第四级</a:t>
            </a:r>
          </a:p>
          <a:p>
            <a:pPr lvl="4" rtl="0" eaLnBrk="1" latinLnBrk="0" hangingPunct="1"/>
            <a:r>
              <a:rPr lang="zh-CN" altLang="en-US"/>
              <a:t>第五级</a:t>
            </a:r>
            <a:endParaRPr kumimoji="0" lang="en-US" dirty="0"/>
          </a:p>
        </p:txBody>
      </p:sp>
      <p:sp>
        <p:nvSpPr>
          <p:cNvPr id="7" name="日期占位符 6"/>
          <p:cNvSpPr>
            <a:spLocks noGrp="1"/>
          </p:cNvSpPr>
          <p:nvPr>
            <p:ph type="dt" sz="half" idx="10"/>
          </p:nvPr>
        </p:nvSpPr>
        <p:spPr/>
        <p:txBody>
          <a:bodyPr rtlCol="0"/>
          <a:lstStyle/>
          <a:p>
            <a:pPr rtl="0"/>
            <a:fld id="{F62F6F57-75CB-45F9-B36A-87034102BC28}" type="datetime2">
              <a:rPr lang="zh-CN" altLang="en-US" smtClean="0"/>
              <a:t>2018年10月10日</a:t>
            </a:fld>
            <a:endParaRPr lang="en-US" dirty="0"/>
          </a:p>
        </p:txBody>
      </p:sp>
      <p:sp>
        <p:nvSpPr>
          <p:cNvPr id="8" name="页脚占位符 7"/>
          <p:cNvSpPr>
            <a:spLocks noGrp="1"/>
          </p:cNvSpPr>
          <p:nvPr>
            <p:ph type="ftr" sz="quarter" idx="11"/>
          </p:nvPr>
        </p:nvSpPr>
        <p:spPr/>
        <p:txBody>
          <a:bodyPr rtlCol="0"/>
          <a:lstStyle/>
          <a:p>
            <a:pPr rtl="0"/>
            <a:r>
              <a:rPr lang="zh-cn" dirty="0"/>
              <a:t>添加页脚</a:t>
            </a:r>
            <a:endParaRPr lang="en-US" dirty="0"/>
          </a:p>
        </p:txBody>
      </p:sp>
      <p:sp>
        <p:nvSpPr>
          <p:cNvPr id="9" name="幻灯片编号占位符 8"/>
          <p:cNvSpPr>
            <a:spLocks noGrp="1"/>
          </p:cNvSpPr>
          <p:nvPr>
            <p:ph type="sldNum" sz="quarter" idx="12"/>
          </p:nvPr>
        </p:nvSpPr>
        <p:spPr/>
        <p:txBody>
          <a:bodyPr rtlCol="0"/>
          <a:lstStyle/>
          <a:p>
            <a:pPr rtl="0"/>
            <a:fld id="{401CF334-2D5C-4859-84A6-CA7E6E43FAEB}" type="slidenum">
              <a:rPr lang="en-US" smtClean="0"/>
              <a:t>‹#›</a:t>
            </a:fld>
            <a:endParaRPr lang="en-US"/>
          </a:p>
        </p:txBody>
      </p:sp>
    </p:spTree>
    <p:extLst>
      <p:ext uri="{BB962C8B-B14F-4D97-AF65-F5344CB8AC3E}">
        <p14:creationId xmlns:p14="http://schemas.microsoft.com/office/powerpoint/2010/main" val="1250188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704088"/>
            <a:ext cx="11074400" cy="1143000"/>
          </a:xfrm>
        </p:spPr>
        <p:txBody>
          <a:bodyPr vert="horz" tIns="45720" bIns="0" rtlCol="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微软雅黑" panose="020B0503020204020204" pitchFamily="34" charset="-122"/>
                <a:cs typeface="+mj-cs"/>
              </a:defRPr>
            </a:lvl1pPr>
          </a:lstStyle>
          <a:p>
            <a:pPr rtl="0"/>
            <a:r>
              <a:rPr lang="zh-CN" altLang="en-US"/>
              <a:t>单击此处编辑母版标题样式</a:t>
            </a:r>
            <a:endParaRPr kumimoji="0" lang="en-US" dirty="0"/>
          </a:p>
        </p:txBody>
      </p:sp>
      <p:sp>
        <p:nvSpPr>
          <p:cNvPr id="3" name="日期占位符 2"/>
          <p:cNvSpPr>
            <a:spLocks noGrp="1"/>
          </p:cNvSpPr>
          <p:nvPr>
            <p:ph type="dt" sz="half" idx="10"/>
          </p:nvPr>
        </p:nvSpPr>
        <p:spPr/>
        <p:txBody>
          <a:bodyPr rtlCol="0"/>
          <a:lstStyle/>
          <a:p>
            <a:pPr rtl="0"/>
            <a:fld id="{0D078EEB-FFCC-4107-9E10-33B7696F266B}" type="datetime2">
              <a:rPr lang="zh-CN" altLang="en-US" smtClean="0"/>
              <a:t>2018年10月10日</a:t>
            </a:fld>
            <a:endParaRPr lang="en-US" dirty="0"/>
          </a:p>
        </p:txBody>
      </p:sp>
      <p:sp>
        <p:nvSpPr>
          <p:cNvPr id="4" name="页脚占位符 3"/>
          <p:cNvSpPr>
            <a:spLocks noGrp="1"/>
          </p:cNvSpPr>
          <p:nvPr>
            <p:ph type="ftr" sz="quarter" idx="11"/>
          </p:nvPr>
        </p:nvSpPr>
        <p:spPr/>
        <p:txBody>
          <a:bodyPr rtlCol="0"/>
          <a:lstStyle/>
          <a:p>
            <a:pPr rtl="0"/>
            <a:r>
              <a:rPr lang="zh-cn" dirty="0"/>
              <a:t>添加页脚</a:t>
            </a:r>
            <a:endParaRPr lang="en-US" dirty="0"/>
          </a:p>
        </p:txBody>
      </p:sp>
      <p:sp>
        <p:nvSpPr>
          <p:cNvPr id="5" name="幻灯片编号占位符 4"/>
          <p:cNvSpPr>
            <a:spLocks noGrp="1"/>
          </p:cNvSpPr>
          <p:nvPr>
            <p:ph type="sldNum" sz="quarter" idx="12"/>
          </p:nvPr>
        </p:nvSpPr>
        <p:spPr/>
        <p:txBody>
          <a:bodyPr rtlCol="0"/>
          <a:lstStyle/>
          <a:p>
            <a:pPr rtl="0"/>
            <a:fld id="{401CF334-2D5C-4859-84A6-CA7E6E43FAEB}" type="slidenum">
              <a:rPr lang="en-US" smtClean="0"/>
              <a:t>‹#›</a:t>
            </a:fld>
            <a:endParaRPr lang="en-US"/>
          </a:p>
        </p:txBody>
      </p:sp>
    </p:spTree>
    <p:extLst>
      <p:ext uri="{BB962C8B-B14F-4D97-AF65-F5344CB8AC3E}">
        <p14:creationId xmlns:p14="http://schemas.microsoft.com/office/powerpoint/2010/main" val="3071814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p>
            <a:pPr rtl="0"/>
            <a:fld id="{8F45204D-C376-4E95-AA80-BE101B54CAA7}" type="datetime2">
              <a:rPr lang="zh-CN" altLang="en-US" smtClean="0"/>
              <a:t>2018年10月10日</a:t>
            </a:fld>
            <a:endParaRPr lang="en-US" dirty="0"/>
          </a:p>
        </p:txBody>
      </p:sp>
      <p:sp>
        <p:nvSpPr>
          <p:cNvPr id="3" name="页脚占位符 2"/>
          <p:cNvSpPr>
            <a:spLocks noGrp="1"/>
          </p:cNvSpPr>
          <p:nvPr>
            <p:ph type="ftr" sz="quarter" idx="11"/>
          </p:nvPr>
        </p:nvSpPr>
        <p:spPr/>
        <p:txBody>
          <a:bodyPr rtlCol="0"/>
          <a:lstStyle/>
          <a:p>
            <a:pPr rtl="0"/>
            <a:r>
              <a:rPr lang="zh-cn" dirty="0"/>
              <a:t>添加页脚</a:t>
            </a:r>
            <a:endParaRPr lang="en-US" dirty="0"/>
          </a:p>
        </p:txBody>
      </p:sp>
      <p:sp>
        <p:nvSpPr>
          <p:cNvPr id="4" name="幻灯片编号占位符 3"/>
          <p:cNvSpPr>
            <a:spLocks noGrp="1"/>
          </p:cNvSpPr>
          <p:nvPr>
            <p:ph type="sldNum" sz="quarter" idx="12"/>
          </p:nvPr>
        </p:nvSpPr>
        <p:spPr/>
        <p:txBody>
          <a:bodyPr rtlCol="0"/>
          <a:lstStyle/>
          <a:p>
            <a:pPr rtl="0"/>
            <a:fld id="{401CF334-2D5C-4859-84A6-CA7E6E43FAEB}" type="slidenum">
              <a:rPr lang="en-US" smtClean="0"/>
              <a:t>‹#›</a:t>
            </a:fld>
            <a:endParaRPr lang="en-US"/>
          </a:p>
        </p:txBody>
      </p:sp>
    </p:spTree>
    <p:extLst>
      <p:ext uri="{BB962C8B-B14F-4D97-AF65-F5344CB8AC3E}">
        <p14:creationId xmlns:p14="http://schemas.microsoft.com/office/powerpoint/2010/main" val="252882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514352"/>
            <a:ext cx="3657600" cy="1162050"/>
          </a:xfrm>
        </p:spPr>
        <p:txBody>
          <a:bodyPr lIns="0" rtlCol="0" anchor="b">
            <a:noAutofit/>
          </a:bodyPr>
          <a:lstStyle>
            <a:lvl1pPr algn="l" rtl="0">
              <a:spcBef>
                <a:spcPct val="0"/>
              </a:spcBef>
              <a:buNone/>
              <a:defRPr sz="2600" b="0">
                <a:ln>
                  <a:noFill/>
                </a:ln>
                <a:solidFill>
                  <a:schemeClr val="tx2"/>
                </a:solidFill>
                <a:effectLst/>
                <a:latin typeface="+mj-lt"/>
                <a:ea typeface="微软雅黑" panose="020B0503020204020204" pitchFamily="34" charset="-122"/>
                <a:cs typeface="+mj-cs"/>
              </a:defRPr>
            </a:lvl1pPr>
          </a:lstStyle>
          <a:p>
            <a:pPr rtl="0"/>
            <a:r>
              <a:rPr lang="zh-CN" altLang="en-US"/>
              <a:t>单击此处编辑母版标题样式</a:t>
            </a:r>
            <a:endParaRPr kumimoji="0" lang="en-US" dirty="0"/>
          </a:p>
        </p:txBody>
      </p:sp>
      <p:sp>
        <p:nvSpPr>
          <p:cNvPr id="4" name="内容占位符 3"/>
          <p:cNvSpPr>
            <a:spLocks noGrp="1"/>
          </p:cNvSpPr>
          <p:nvPr>
            <p:ph sz="half" idx="1"/>
          </p:nvPr>
        </p:nvSpPr>
        <p:spPr>
          <a:xfrm>
            <a:off x="4766733" y="1676400"/>
            <a:ext cx="6815667" cy="4572000"/>
          </a:xfrm>
        </p:spPr>
        <p:txBody>
          <a:bodyPr tIns="0" rtlCol="0"/>
          <a:lstStyle>
            <a:lvl1pPr>
              <a:defRPr sz="2800"/>
            </a:lvl1pPr>
            <a:lvl2pPr>
              <a:defRPr sz="2600"/>
            </a:lvl2pPr>
            <a:lvl3pPr>
              <a:defRPr sz="2400"/>
            </a:lvl3pPr>
            <a:lvl4pPr>
              <a:defRPr sz="2000"/>
            </a:lvl4pPr>
            <a:lvl5pPr>
              <a:defRPr sz="1800"/>
            </a:lvl5pPr>
          </a:lstStyle>
          <a:p>
            <a:pPr lvl="0" rtl="0" eaLnBrk="1" latinLnBrk="0" hangingPunct="1"/>
            <a:r>
              <a:rPr lang="zh-CN" altLang="en-US"/>
              <a:t>编辑母版文本样式</a:t>
            </a:r>
          </a:p>
          <a:p>
            <a:pPr lvl="1" rtl="0" eaLnBrk="1" latinLnBrk="0" hangingPunct="1"/>
            <a:r>
              <a:rPr lang="zh-CN" altLang="en-US"/>
              <a:t>第二级</a:t>
            </a:r>
          </a:p>
          <a:p>
            <a:pPr lvl="2" rtl="0" eaLnBrk="1" latinLnBrk="0" hangingPunct="1"/>
            <a:r>
              <a:rPr lang="zh-CN" altLang="en-US"/>
              <a:t>第三级</a:t>
            </a:r>
          </a:p>
          <a:p>
            <a:pPr lvl="3" rtl="0" eaLnBrk="1" latinLnBrk="0" hangingPunct="1"/>
            <a:r>
              <a:rPr lang="zh-CN" altLang="en-US"/>
              <a:t>第四级</a:t>
            </a:r>
          </a:p>
          <a:p>
            <a:pPr lvl="4" rtl="0" eaLnBrk="1" latinLnBrk="0" hangingPunct="1"/>
            <a:r>
              <a:rPr lang="zh-CN" altLang="en-US"/>
              <a:t>第五级</a:t>
            </a:r>
            <a:endParaRPr kumimoji="0" lang="en-US" dirty="0"/>
          </a:p>
        </p:txBody>
      </p:sp>
      <p:sp>
        <p:nvSpPr>
          <p:cNvPr id="3" name="文本占位符 2"/>
          <p:cNvSpPr>
            <a:spLocks noGrp="1"/>
          </p:cNvSpPr>
          <p:nvPr>
            <p:ph type="body" idx="2"/>
          </p:nvPr>
        </p:nvSpPr>
        <p:spPr>
          <a:xfrm>
            <a:off x="914400" y="1676400"/>
            <a:ext cx="3657600" cy="4572000"/>
          </a:xfrm>
        </p:spPr>
        <p:txBody>
          <a:bodyPr lIns="18288" rIns="18288" rtlCol="0"/>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rtl="0" eaLnBrk="1" latinLnBrk="0" hangingPunct="1"/>
            <a:r>
              <a:rPr lang="zh-CN" altLang="en-US"/>
              <a:t>编辑母版文本样式</a:t>
            </a:r>
          </a:p>
        </p:txBody>
      </p:sp>
      <p:sp>
        <p:nvSpPr>
          <p:cNvPr id="5" name="日期占位符 4"/>
          <p:cNvSpPr>
            <a:spLocks noGrp="1"/>
          </p:cNvSpPr>
          <p:nvPr>
            <p:ph type="dt" sz="half" idx="10"/>
          </p:nvPr>
        </p:nvSpPr>
        <p:spPr/>
        <p:txBody>
          <a:bodyPr rtlCol="0"/>
          <a:lstStyle/>
          <a:p>
            <a:pPr rtl="0"/>
            <a:fld id="{822B7A0D-F62E-4A31-8FE1-9C12BAFEE7E0}" type="datetime2">
              <a:rPr lang="zh-CN" altLang="en-US" smtClean="0"/>
              <a:t>2018年10月10日</a:t>
            </a:fld>
            <a:endParaRPr lang="en-US" dirty="0"/>
          </a:p>
        </p:txBody>
      </p:sp>
      <p:sp>
        <p:nvSpPr>
          <p:cNvPr id="6" name="页脚占位符 5"/>
          <p:cNvSpPr>
            <a:spLocks noGrp="1"/>
          </p:cNvSpPr>
          <p:nvPr>
            <p:ph type="ftr" sz="quarter" idx="11"/>
          </p:nvPr>
        </p:nvSpPr>
        <p:spPr/>
        <p:txBody>
          <a:bodyPr rtlCol="0"/>
          <a:lstStyle/>
          <a:p>
            <a:pPr rtl="0"/>
            <a:r>
              <a:rPr lang="zh-cn" dirty="0"/>
              <a:t>添加页脚</a:t>
            </a:r>
            <a:endParaRPr lang="en-US" dirty="0"/>
          </a:p>
        </p:txBody>
      </p:sp>
      <p:sp>
        <p:nvSpPr>
          <p:cNvPr id="7" name="幻灯片编号占位符 6"/>
          <p:cNvSpPr>
            <a:spLocks noGrp="1"/>
          </p:cNvSpPr>
          <p:nvPr>
            <p:ph type="sldNum" sz="quarter" idx="12"/>
          </p:nvPr>
        </p:nvSpPr>
        <p:spPr/>
        <p:txBody>
          <a:bodyPr rtlCol="0"/>
          <a:lstStyle/>
          <a:p>
            <a:pPr rtl="0"/>
            <a:fld id="{401CF334-2D5C-4859-84A6-CA7E6E43FAEB}" type="slidenum">
              <a:rPr lang="en-US" smtClean="0"/>
              <a:t>‹#›</a:t>
            </a:fld>
            <a:endParaRPr lang="en-US"/>
          </a:p>
        </p:txBody>
      </p:sp>
    </p:spTree>
    <p:extLst>
      <p:ext uri="{BB962C8B-B14F-4D97-AF65-F5344CB8AC3E}">
        <p14:creationId xmlns:p14="http://schemas.microsoft.com/office/powerpoint/2010/main" val="199192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带题注的图片">
    <p:spTree>
      <p:nvGrpSpPr>
        <p:cNvPr id="1" name=""/>
        <p:cNvGrpSpPr/>
        <p:nvPr/>
      </p:nvGrpSpPr>
      <p:grpSpPr>
        <a:xfrm>
          <a:off x="0" y="0"/>
          <a:ext cx="0" cy="0"/>
          <a:chOff x="0" y="0"/>
          <a:chExt cx="0" cy="0"/>
        </a:xfrm>
      </p:grpSpPr>
      <p:sp>
        <p:nvSpPr>
          <p:cNvPr id="9" name="单圆剪角矩形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rtl="0" eaLnBrk="1" latinLnBrk="0" hangingPunct="1"/>
            <a:endParaRPr kumimoji="0" lang="en-US" sz="1800">
              <a:latin typeface="微软雅黑" panose="020B0503020204020204" pitchFamily="34" charset="-122"/>
              <a:ea typeface="微软雅黑" panose="020B0503020204020204" pitchFamily="34" charset="-122"/>
            </a:endParaRPr>
          </a:p>
        </p:txBody>
      </p:sp>
      <p:sp>
        <p:nvSpPr>
          <p:cNvPr id="12" name="直角三角形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rtl="0" eaLnBrk="1" latinLnBrk="0" hangingPunct="1"/>
            <a:endParaRPr kumimoji="0" lang="en-US" sz="180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812800" y="1176997"/>
            <a:ext cx="2950464" cy="1582621"/>
          </a:xfrm>
        </p:spPr>
        <p:txBody>
          <a:bodyPr vert="horz" lIns="45720" tIns="45720" rIns="45720" bIns="45720" rtlCol="0" anchor="b"/>
          <a:lstStyle>
            <a:lvl1pPr algn="l">
              <a:buNone/>
              <a:defRPr sz="2000" b="1">
                <a:solidFill>
                  <a:schemeClr val="tx2"/>
                </a:solidFill>
                <a:latin typeface="微软雅黑" panose="020B0503020204020204" pitchFamily="34" charset="-122"/>
                <a:ea typeface="微软雅黑" panose="020B0503020204020204" pitchFamily="34" charset="-122"/>
              </a:defRPr>
            </a:lvl1pPr>
          </a:lstStyle>
          <a:p>
            <a:pPr rtl="0"/>
            <a:r>
              <a:rPr lang="zh-CN" altLang="en-US"/>
              <a:t>单击此处编辑母版标题样式</a:t>
            </a:r>
            <a:endParaRPr kumimoji="0" lang="en-US" dirty="0"/>
          </a:p>
        </p:txBody>
      </p:sp>
      <p:sp>
        <p:nvSpPr>
          <p:cNvPr id="3" name="图片占位符 2" descr="为添加图像预留的空占位符。单击占位符，选择要添加的图像。"/>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rtlCol="0"/>
          <a:lstStyle>
            <a:lvl1pPr marL="0" indent="0">
              <a:buNone/>
              <a:defRPr sz="3200">
                <a:latin typeface="宋体" panose="02010600030101010101" pitchFamily="2" charset="-122"/>
                <a:ea typeface="宋体" panose="02010600030101010101" pitchFamily="2" charset="-122"/>
              </a:defRPr>
            </a:lvl1pPr>
          </a:lstStyle>
          <a:p>
            <a:pPr rtl="0"/>
            <a:r>
              <a:rPr lang="zh-CN" altLang="en-US"/>
              <a:t>单击图标添加图片</a:t>
            </a:r>
            <a:endParaRPr kumimoji="0" lang="en-US" dirty="0"/>
          </a:p>
        </p:txBody>
      </p:sp>
      <p:sp>
        <p:nvSpPr>
          <p:cNvPr id="4" name="文本占位符 3"/>
          <p:cNvSpPr>
            <a:spLocks noGrp="1"/>
          </p:cNvSpPr>
          <p:nvPr>
            <p:ph type="body" sz="half" idx="2"/>
          </p:nvPr>
        </p:nvSpPr>
        <p:spPr>
          <a:xfrm>
            <a:off x="812800" y="2828785"/>
            <a:ext cx="2946400" cy="2179320"/>
          </a:xfrm>
        </p:spPr>
        <p:txBody>
          <a:bodyPr lIns="64008" rIns="45720" bIns="45720" rtlCol="0" anchor="t"/>
          <a:lstStyle>
            <a:lvl1pPr marL="0" indent="0" algn="l">
              <a:spcBef>
                <a:spcPts val="250"/>
              </a:spcBef>
              <a:buFontTx/>
              <a:buNone/>
              <a:defRPr sz="1300">
                <a:latin typeface="宋体" panose="02010600030101010101" pitchFamily="2" charset="-122"/>
                <a:ea typeface="宋体" panose="02010600030101010101" pitchFamily="2" charset="-122"/>
              </a:defRPr>
            </a:lvl1pPr>
            <a:lvl2pPr>
              <a:defRPr sz="1200"/>
            </a:lvl2pPr>
            <a:lvl3pPr>
              <a:defRPr sz="1000"/>
            </a:lvl3pPr>
            <a:lvl4pPr>
              <a:defRPr sz="900"/>
            </a:lvl4pPr>
            <a:lvl5pPr>
              <a:defRPr sz="900"/>
            </a:lvl5pPr>
          </a:lstStyle>
          <a:p>
            <a:pPr lvl="0" rtl="0" eaLnBrk="1" latinLnBrk="0" hangingPunct="1"/>
            <a:r>
              <a:rPr lang="zh-CN" altLang="en-US"/>
              <a:t>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8112245-B2EB-463D-A54F-27C0EBF0BB6B}" type="datetime2">
              <a:rPr lang="zh-CN" altLang="en-US" smtClean="0"/>
              <a:pPr/>
              <a:t>2018年10月10日</a:t>
            </a:fld>
            <a:endParaRPr lang="en-US"/>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r>
              <a:rPr lang="zh-cn"/>
              <a:t>添加页脚</a:t>
            </a:r>
            <a:endParaRPr lang="en-US" dirty="0"/>
          </a:p>
        </p:txBody>
      </p:sp>
      <p:sp>
        <p:nvSpPr>
          <p:cNvPr id="7" name="幻灯片编号占位符 6"/>
          <p:cNvSpPr>
            <a:spLocks noGrp="1"/>
          </p:cNvSpPr>
          <p:nvPr>
            <p:ph type="sldNum" sz="quarter" idx="12"/>
          </p:nvPr>
        </p:nvSpPr>
        <p:spPr>
          <a:xfrm>
            <a:off x="10769600" y="6356351"/>
            <a:ext cx="812800" cy="365125"/>
          </a:xfrm>
        </p:spPr>
        <p:txBody>
          <a:bodyPr rtlCol="0"/>
          <a:lstStyle>
            <a:lvl1pPr>
              <a:defRPr>
                <a:latin typeface="微软雅黑" panose="020B0503020204020204" pitchFamily="34" charset="-122"/>
                <a:ea typeface="微软雅黑" panose="020B0503020204020204" pitchFamily="34" charset="-122"/>
              </a:defRPr>
            </a:lvl1pPr>
          </a:lstStyle>
          <a:p>
            <a:fld id="{401CF334-2D5C-4859-84A6-CA7E6E43FAEB}" type="slidenum">
              <a:rPr lang="en-US" smtClean="0"/>
              <a:pPr/>
              <a:t>‹#›</a:t>
            </a:fld>
            <a:endParaRPr lang="en-US"/>
          </a:p>
        </p:txBody>
      </p:sp>
      <p:sp>
        <p:nvSpPr>
          <p:cNvPr id="10" name="任意多边形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en-US" sz="1800">
              <a:solidFill>
                <a:schemeClr val="tx1"/>
              </a:solidFill>
              <a:latin typeface="微软雅黑" panose="020B0503020204020204" pitchFamily="34" charset="-122"/>
              <a:ea typeface="微软雅黑" panose="020B0503020204020204" pitchFamily="34" charset="-122"/>
              <a:cs typeface="+mn-cs"/>
            </a:endParaRPr>
          </a:p>
        </p:txBody>
      </p:sp>
      <p:sp>
        <p:nvSpPr>
          <p:cNvPr id="11" name="任意多边形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en-US" sz="1800">
              <a:solidFill>
                <a:schemeClr val="tx1"/>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51962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a:t>单击此处编辑母版标题样式</a:t>
            </a:r>
            <a:endParaRPr kumimoji="0" lang="en-US" dirty="0"/>
          </a:p>
        </p:txBody>
      </p:sp>
      <p:sp>
        <p:nvSpPr>
          <p:cNvPr id="3" name="垂直文本占位符 2"/>
          <p:cNvSpPr>
            <a:spLocks noGrp="1"/>
          </p:cNvSpPr>
          <p:nvPr>
            <p:ph type="body" orient="vert" idx="1"/>
          </p:nvPr>
        </p:nvSpPr>
        <p:spPr/>
        <p:txBody>
          <a:bodyPr vert="eaVert" rtlCol="0"/>
          <a:lstStyle/>
          <a:p>
            <a:pPr lvl="0" rtl="0" eaLnBrk="1" latinLnBrk="0" hangingPunct="1"/>
            <a:r>
              <a:rPr lang="zh-CN" altLang="en-US"/>
              <a:t>编辑母版文本样式</a:t>
            </a:r>
          </a:p>
          <a:p>
            <a:pPr lvl="1" rtl="0" eaLnBrk="1" latinLnBrk="0" hangingPunct="1"/>
            <a:r>
              <a:rPr lang="zh-CN" altLang="en-US"/>
              <a:t>第二级</a:t>
            </a:r>
          </a:p>
          <a:p>
            <a:pPr lvl="2" rtl="0" eaLnBrk="1" latinLnBrk="0" hangingPunct="1"/>
            <a:r>
              <a:rPr lang="zh-CN" altLang="en-US"/>
              <a:t>第三级</a:t>
            </a:r>
          </a:p>
          <a:p>
            <a:pPr lvl="3" rtl="0" eaLnBrk="1" latinLnBrk="0" hangingPunct="1"/>
            <a:r>
              <a:rPr lang="zh-CN" altLang="en-US"/>
              <a:t>第四级</a:t>
            </a:r>
          </a:p>
          <a:p>
            <a:pPr lvl="4" rtl="0" eaLnBrk="1" latinLnBrk="0" hangingPunct="1"/>
            <a:r>
              <a:rPr lang="zh-CN" altLang="en-US"/>
              <a:t>第五级</a:t>
            </a:r>
            <a:endParaRPr kumimoji="0" lang="en-US" dirty="0"/>
          </a:p>
        </p:txBody>
      </p:sp>
      <p:sp>
        <p:nvSpPr>
          <p:cNvPr id="4" name="日期占位符 3"/>
          <p:cNvSpPr>
            <a:spLocks noGrp="1"/>
          </p:cNvSpPr>
          <p:nvPr>
            <p:ph type="dt" sz="half" idx="10"/>
          </p:nvPr>
        </p:nvSpPr>
        <p:spPr/>
        <p:txBody>
          <a:bodyPr rtlCol="0"/>
          <a:lstStyle/>
          <a:p>
            <a:pPr rtl="0"/>
            <a:fld id="{9901956E-1F06-4164-BE4D-6DAEAD41794D}" type="datetime2">
              <a:rPr lang="zh-CN" altLang="en-US" smtClean="0"/>
              <a:t>2018年10月10日</a:t>
            </a:fld>
            <a:endParaRPr lang="en-US" dirty="0"/>
          </a:p>
        </p:txBody>
      </p:sp>
      <p:sp>
        <p:nvSpPr>
          <p:cNvPr id="5" name="页脚占位符 4"/>
          <p:cNvSpPr>
            <a:spLocks noGrp="1"/>
          </p:cNvSpPr>
          <p:nvPr>
            <p:ph type="ftr" sz="quarter" idx="11"/>
          </p:nvPr>
        </p:nvSpPr>
        <p:spPr/>
        <p:txBody>
          <a:bodyPr rtlCol="0"/>
          <a:lstStyle/>
          <a:p>
            <a:pPr rtl="0"/>
            <a:r>
              <a:rPr lang="zh-cn" dirty="0"/>
              <a:t>添加页脚</a:t>
            </a:r>
            <a:endParaRPr lang="en-US" dirty="0"/>
          </a:p>
        </p:txBody>
      </p:sp>
      <p:sp>
        <p:nvSpPr>
          <p:cNvPr id="6" name="幻灯片编号占位符 5"/>
          <p:cNvSpPr>
            <a:spLocks noGrp="1"/>
          </p:cNvSpPr>
          <p:nvPr>
            <p:ph type="sldNum" sz="quarter" idx="12"/>
          </p:nvPr>
        </p:nvSpPr>
        <p:spPr/>
        <p:txBody>
          <a:bodyPr rtlCol="0"/>
          <a:lstStyle/>
          <a:p>
            <a:pPr rtl="0"/>
            <a:fld id="{401CF334-2D5C-4859-84A6-CA7E6E43FAEB}" type="slidenum">
              <a:rPr lang="en-US" smtClean="0"/>
              <a:t>‹#›</a:t>
            </a:fld>
            <a:endParaRPr lang="en-US" dirty="0"/>
          </a:p>
        </p:txBody>
      </p:sp>
    </p:spTree>
    <p:extLst>
      <p:ext uri="{BB962C8B-B14F-4D97-AF65-F5344CB8AC3E}">
        <p14:creationId xmlns:p14="http://schemas.microsoft.com/office/powerpoint/2010/main" val="87777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8839200" y="914402"/>
            <a:ext cx="2743200" cy="5211763"/>
          </a:xfrm>
        </p:spPr>
        <p:txBody>
          <a:bodyPr vert="eaVert" rtlCol="0"/>
          <a:lstStyle/>
          <a:p>
            <a:pPr rtl="0"/>
            <a:r>
              <a:rPr lang="zh-CN" altLang="en-US"/>
              <a:t>单击此处编辑母版标题样式</a:t>
            </a:r>
            <a:endParaRPr kumimoji="0" lang="en-US" dirty="0"/>
          </a:p>
        </p:txBody>
      </p:sp>
      <p:sp>
        <p:nvSpPr>
          <p:cNvPr id="3" name="垂直文本占位符 2"/>
          <p:cNvSpPr>
            <a:spLocks noGrp="1"/>
          </p:cNvSpPr>
          <p:nvPr>
            <p:ph type="body" orient="vert" idx="1"/>
          </p:nvPr>
        </p:nvSpPr>
        <p:spPr>
          <a:xfrm>
            <a:off x="609600" y="914402"/>
            <a:ext cx="8026400" cy="5211763"/>
          </a:xfrm>
        </p:spPr>
        <p:txBody>
          <a:bodyPr vert="eaVert" rtlCol="0"/>
          <a:lstStyle/>
          <a:p>
            <a:pPr lvl="0" rtl="0" eaLnBrk="1" latinLnBrk="0" hangingPunct="1"/>
            <a:r>
              <a:rPr lang="zh-CN" altLang="en-US"/>
              <a:t>编辑母版文本样式</a:t>
            </a:r>
          </a:p>
          <a:p>
            <a:pPr lvl="1" rtl="0" eaLnBrk="1" latinLnBrk="0" hangingPunct="1"/>
            <a:r>
              <a:rPr lang="zh-CN" altLang="en-US"/>
              <a:t>第二级</a:t>
            </a:r>
          </a:p>
          <a:p>
            <a:pPr lvl="2" rtl="0" eaLnBrk="1" latinLnBrk="0" hangingPunct="1"/>
            <a:r>
              <a:rPr lang="zh-CN" altLang="en-US"/>
              <a:t>第三级</a:t>
            </a:r>
          </a:p>
          <a:p>
            <a:pPr lvl="3" rtl="0" eaLnBrk="1" latinLnBrk="0" hangingPunct="1"/>
            <a:r>
              <a:rPr lang="zh-CN" altLang="en-US"/>
              <a:t>第四级</a:t>
            </a:r>
          </a:p>
          <a:p>
            <a:pPr lvl="4" rtl="0" eaLnBrk="1" latinLnBrk="0" hangingPunct="1"/>
            <a:r>
              <a:rPr lang="zh-CN" altLang="en-US"/>
              <a:t>第五级</a:t>
            </a:r>
            <a:endParaRPr kumimoji="0" lang="en-US" dirty="0"/>
          </a:p>
        </p:txBody>
      </p:sp>
      <p:sp>
        <p:nvSpPr>
          <p:cNvPr id="4" name="日期占位符 3"/>
          <p:cNvSpPr>
            <a:spLocks noGrp="1"/>
          </p:cNvSpPr>
          <p:nvPr>
            <p:ph type="dt" sz="half" idx="10"/>
          </p:nvPr>
        </p:nvSpPr>
        <p:spPr/>
        <p:txBody>
          <a:bodyPr rtlCol="0"/>
          <a:lstStyle/>
          <a:p>
            <a:pPr rtl="0"/>
            <a:fld id="{0B6F4438-3803-4880-BD4A-05A7E0A21AC6}" type="datetime2">
              <a:rPr lang="zh-CN" altLang="en-US" smtClean="0"/>
              <a:t>2018年10月10日</a:t>
            </a:fld>
            <a:endParaRPr lang="en-US" dirty="0"/>
          </a:p>
        </p:txBody>
      </p:sp>
      <p:sp>
        <p:nvSpPr>
          <p:cNvPr id="5" name="页脚占位符 4"/>
          <p:cNvSpPr>
            <a:spLocks noGrp="1"/>
          </p:cNvSpPr>
          <p:nvPr>
            <p:ph type="ftr" sz="quarter" idx="11"/>
          </p:nvPr>
        </p:nvSpPr>
        <p:spPr/>
        <p:txBody>
          <a:bodyPr rtlCol="0"/>
          <a:lstStyle/>
          <a:p>
            <a:pPr rtl="0"/>
            <a:r>
              <a:rPr lang="zh-cn" dirty="0"/>
              <a:t>添加页脚</a:t>
            </a:r>
            <a:endParaRPr lang="en-US" dirty="0"/>
          </a:p>
        </p:txBody>
      </p:sp>
      <p:sp>
        <p:nvSpPr>
          <p:cNvPr id="6" name="幻灯片编号占位符 5"/>
          <p:cNvSpPr>
            <a:spLocks noGrp="1"/>
          </p:cNvSpPr>
          <p:nvPr>
            <p:ph type="sldNum" sz="quarter" idx="12"/>
          </p:nvPr>
        </p:nvSpPr>
        <p:spPr/>
        <p:txBody>
          <a:bodyPr rtlCol="0"/>
          <a:lstStyle/>
          <a:p>
            <a:pPr rtl="0"/>
            <a:fld id="{401CF334-2D5C-4859-84A6-CA7E6E43FAEB}" type="slidenum">
              <a:rPr lang="en-US" smtClean="0"/>
              <a:t>‹#›</a:t>
            </a:fld>
            <a:endParaRPr lang="en-US"/>
          </a:p>
        </p:txBody>
      </p:sp>
    </p:spTree>
    <p:extLst>
      <p:ext uri="{BB962C8B-B14F-4D97-AF65-F5344CB8AC3E}">
        <p14:creationId xmlns:p14="http://schemas.microsoft.com/office/powerpoint/2010/main" val="336975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25" name="组 24"/>
          <p:cNvGrpSpPr/>
          <p:nvPr/>
        </p:nvGrpSpPr>
        <p:grpSpPr>
          <a:xfrm>
            <a:off x="-29028" y="-7144"/>
            <a:ext cx="12240731" cy="6879658"/>
            <a:chOff x="0" y="-21658"/>
            <a:chExt cx="12240731" cy="6879658"/>
          </a:xfrm>
        </p:grpSpPr>
        <p:sp>
          <p:nvSpPr>
            <p:cNvPr id="26" name="矩形 25"/>
            <p:cNvSpPr/>
            <p:nvPr/>
          </p:nvSpPr>
          <p:spPr>
            <a:xfrm>
              <a:off x="31633"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latin typeface="微软雅黑" panose="020B0503020204020204" pitchFamily="34" charset="-122"/>
                <a:ea typeface="微软雅黑" panose="020B0503020204020204" pitchFamily="34" charset="-122"/>
              </a:endParaRPr>
            </a:p>
          </p:txBody>
        </p:sp>
        <p:grpSp>
          <p:nvGrpSpPr>
            <p:cNvPr id="27" name="组 26"/>
            <p:cNvGrpSpPr/>
            <p:nvPr/>
          </p:nvGrpSpPr>
          <p:grpSpPr>
            <a:xfrm>
              <a:off x="0" y="-21658"/>
              <a:ext cx="12240731" cy="1041400"/>
              <a:chOff x="-25356" y="-7144"/>
              <a:chExt cx="12240731" cy="1041400"/>
            </a:xfrm>
          </p:grpSpPr>
          <p:sp>
            <p:nvSpPr>
              <p:cNvPr id="28" name="任意多边形 27"/>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en-US" sz="1800">
                  <a:solidFill>
                    <a:schemeClr val="tx1"/>
                  </a:solidFill>
                  <a:latin typeface="微软雅黑" panose="020B0503020204020204" pitchFamily="34" charset="-122"/>
                  <a:ea typeface="微软雅黑" panose="020B0503020204020204" pitchFamily="34" charset="-122"/>
                  <a:cs typeface="+mn-cs"/>
                </a:endParaRPr>
              </a:p>
            </p:txBody>
          </p:sp>
          <p:sp>
            <p:nvSpPr>
              <p:cNvPr id="29" name="任意多边形(F) 28"/>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en-US" sz="1800">
                  <a:solidFill>
                    <a:schemeClr val="tx1"/>
                  </a:solidFill>
                  <a:latin typeface="微软雅黑" panose="020B0503020204020204" pitchFamily="34" charset="-122"/>
                  <a:ea typeface="微软雅黑" panose="020B0503020204020204" pitchFamily="34" charset="-122"/>
                  <a:cs typeface="+mn-cs"/>
                </a:endParaRPr>
              </a:p>
            </p:txBody>
          </p:sp>
          <p:grpSp>
            <p:nvGrpSpPr>
              <p:cNvPr id="31" name="组 30"/>
              <p:cNvGrpSpPr/>
              <p:nvPr/>
            </p:nvGrpSpPr>
            <p:grpSpPr>
              <a:xfrm>
                <a:off x="-25356" y="202408"/>
                <a:ext cx="12240731" cy="649224"/>
                <a:chOff x="-19045" y="216550"/>
                <a:chExt cx="9180548" cy="649224"/>
              </a:xfrm>
            </p:grpSpPr>
            <p:sp>
              <p:nvSpPr>
                <p:cNvPr id="32" name="任意多边形(F) 3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rtlCol="0" anchor="t" compatLnSpc="1"/>
                <a:lstStyle/>
                <a:p>
                  <a:pPr rtl="0"/>
                  <a:endParaRPr kumimoji="0" lang="en-US" sz="1800">
                    <a:latin typeface="微软雅黑" panose="020B0503020204020204" pitchFamily="34" charset="-122"/>
                    <a:ea typeface="微软雅黑" panose="020B0503020204020204" pitchFamily="34" charset="-122"/>
                  </a:endParaRPr>
                </a:p>
              </p:txBody>
            </p:sp>
            <p:sp>
              <p:nvSpPr>
                <p:cNvPr id="33" name="任意多边形 3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rtlCol="0" anchor="t" compatLnSpc="1"/>
                <a:lstStyle/>
                <a:p>
                  <a:pPr rtl="0"/>
                  <a:endParaRPr kumimoji="0" lang="en-US" sz="1800">
                    <a:latin typeface="微软雅黑" panose="020B0503020204020204" pitchFamily="34" charset="-122"/>
                    <a:ea typeface="微软雅黑" panose="020B0503020204020204" pitchFamily="34" charset="-122"/>
                  </a:endParaRPr>
                </a:p>
              </p:txBody>
            </p:sp>
          </p:grpSp>
        </p:grpSp>
      </p:grpSp>
      <p:sp>
        <p:nvSpPr>
          <p:cNvPr id="9" name="标题占位符 8"/>
          <p:cNvSpPr>
            <a:spLocks noGrp="1"/>
          </p:cNvSpPr>
          <p:nvPr>
            <p:ph type="title"/>
          </p:nvPr>
        </p:nvSpPr>
        <p:spPr>
          <a:xfrm>
            <a:off x="609600" y="704088"/>
            <a:ext cx="10972800" cy="1143000"/>
          </a:xfrm>
          <a:prstGeom prst="rect">
            <a:avLst/>
          </a:prstGeom>
        </p:spPr>
        <p:txBody>
          <a:bodyPr vert="horz" lIns="0" rIns="0" bIns="0" rtlCol="0" anchor="b">
            <a:normAutofit/>
          </a:bodyPr>
          <a:lstStyle/>
          <a:p>
            <a:pPr rtl="0"/>
            <a:r>
              <a:rPr lang="zh-cn" dirty="0"/>
              <a:t>单击此处编辑母版标题样式</a:t>
            </a:r>
            <a:endParaRPr kumimoji="0" lang="en-US" dirty="0"/>
          </a:p>
        </p:txBody>
      </p:sp>
      <p:sp>
        <p:nvSpPr>
          <p:cNvPr id="30" name="文本占位符 29"/>
          <p:cNvSpPr>
            <a:spLocks noGrp="1"/>
          </p:cNvSpPr>
          <p:nvPr>
            <p:ph type="body" idx="1"/>
          </p:nvPr>
        </p:nvSpPr>
        <p:spPr>
          <a:xfrm>
            <a:off x="609600" y="1935480"/>
            <a:ext cx="10972800" cy="4389120"/>
          </a:xfrm>
          <a:prstGeom prst="rect">
            <a:avLst/>
          </a:prstGeom>
        </p:spPr>
        <p:txBody>
          <a:bodyPr vert="horz" rtlCol="0">
            <a:normAutofit/>
          </a:bodyPr>
          <a:lstStyle/>
          <a:p>
            <a:pPr lvl="0" rtl="0" eaLnBrk="1" latinLnBrk="0" hangingPunct="1"/>
            <a:r>
              <a:rPr lang="zh-cn" dirty="0"/>
              <a:t>单击此处编辑母版文本样式</a:t>
            </a:r>
          </a:p>
          <a:p>
            <a:pPr lvl="1" rtl="0" eaLnBrk="1" latinLnBrk="0" hangingPunct="1"/>
            <a:r>
              <a:rPr lang="zh-cn" dirty="0"/>
              <a:t>第二级</a:t>
            </a:r>
          </a:p>
          <a:p>
            <a:pPr lvl="2" rtl="0" eaLnBrk="1" latinLnBrk="0" hangingPunct="1"/>
            <a:r>
              <a:rPr lang="zh-cn" dirty="0"/>
              <a:t>第三级</a:t>
            </a:r>
          </a:p>
          <a:p>
            <a:pPr lvl="3" rtl="0" eaLnBrk="1" latinLnBrk="0" hangingPunct="1"/>
            <a:r>
              <a:rPr lang="zh-cn" dirty="0"/>
              <a:t>第四级</a:t>
            </a:r>
          </a:p>
          <a:p>
            <a:pPr lvl="4" rtl="0" eaLnBrk="1" latinLnBrk="0" hangingPunct="1"/>
            <a:r>
              <a:rPr lang="zh-cn" dirty="0"/>
              <a:t>第五级</a:t>
            </a:r>
          </a:p>
        </p:txBody>
      </p:sp>
      <p:sp>
        <p:nvSpPr>
          <p:cNvPr id="10" name="日期占位符 9"/>
          <p:cNvSpPr>
            <a:spLocks noGrp="1"/>
          </p:cNvSpPr>
          <p:nvPr>
            <p:ph type="dt" sz="half" idx="2"/>
          </p:nvPr>
        </p:nvSpPr>
        <p:spPr>
          <a:xfrm>
            <a:off x="609600" y="6356351"/>
            <a:ext cx="2844800" cy="365125"/>
          </a:xfrm>
          <a:prstGeom prst="rect">
            <a:avLst/>
          </a:prstGeom>
        </p:spPr>
        <p:txBody>
          <a:bodyPr vert="horz" lIns="0" tIns="0" rIns="0" bIns="0" rtlCol="0" anchor="b"/>
          <a:lstStyle>
            <a:lvl1pPr algn="l" eaLnBrk="1" latinLnBrk="0" hangingPunct="1">
              <a:defRPr kumimoji="0" sz="1100">
                <a:solidFill>
                  <a:schemeClr val="tx1"/>
                </a:solidFill>
                <a:latin typeface="宋体" panose="02010600030101010101" pitchFamily="2" charset="-122"/>
                <a:ea typeface="宋体" panose="02010600030101010101" pitchFamily="2" charset="-122"/>
              </a:defRPr>
            </a:lvl1pPr>
          </a:lstStyle>
          <a:p>
            <a:fld id="{A1BF8D8E-2417-46C9-A78C-AA0D8A744E10}" type="datetime2">
              <a:rPr lang="zh-CN" altLang="en-US" smtClean="0"/>
              <a:pPr/>
              <a:t>2018年10月10日</a:t>
            </a:fld>
            <a:endParaRPr lang="en-US" dirty="0"/>
          </a:p>
        </p:txBody>
      </p:sp>
      <p:sp>
        <p:nvSpPr>
          <p:cNvPr id="22" name="页脚占位符 21"/>
          <p:cNvSpPr>
            <a:spLocks noGrp="1"/>
          </p:cNvSpPr>
          <p:nvPr>
            <p:ph type="ftr" sz="quarter" idx="3"/>
          </p:nvPr>
        </p:nvSpPr>
        <p:spPr>
          <a:xfrm>
            <a:off x="3556000" y="6356351"/>
            <a:ext cx="4470400" cy="365125"/>
          </a:xfrm>
          <a:prstGeom prst="rect">
            <a:avLst/>
          </a:prstGeom>
        </p:spPr>
        <p:txBody>
          <a:bodyPr vert="horz" lIns="0" tIns="0" rIns="0" bIns="0" rtlCol="0" anchor="b"/>
          <a:lstStyle>
            <a:lvl1pPr algn="l" eaLnBrk="1" latinLnBrk="0" hangingPunct="1">
              <a:defRPr kumimoji="0" sz="1100">
                <a:solidFill>
                  <a:schemeClr val="tx1"/>
                </a:solidFill>
                <a:latin typeface="宋体" panose="02010600030101010101" pitchFamily="2" charset="-122"/>
                <a:ea typeface="宋体" panose="02010600030101010101" pitchFamily="2" charset="-122"/>
              </a:defRPr>
            </a:lvl1pPr>
          </a:lstStyle>
          <a:p>
            <a:r>
              <a:rPr lang="zh-cn" dirty="0"/>
              <a:t>添加页脚</a:t>
            </a:r>
            <a:endParaRPr lang="en-US" dirty="0"/>
          </a:p>
        </p:txBody>
      </p:sp>
      <p:sp>
        <p:nvSpPr>
          <p:cNvPr id="18" name="幻灯片编号占位符 17"/>
          <p:cNvSpPr>
            <a:spLocks noGrp="1"/>
          </p:cNvSpPr>
          <p:nvPr>
            <p:ph type="sldNum" sz="quarter" idx="4"/>
          </p:nvPr>
        </p:nvSpPr>
        <p:spPr>
          <a:xfrm>
            <a:off x="10566400" y="6356351"/>
            <a:ext cx="1016000" cy="365125"/>
          </a:xfrm>
          <a:prstGeom prst="rect">
            <a:avLst/>
          </a:prstGeom>
        </p:spPr>
        <p:txBody>
          <a:bodyPr vert="horz" lIns="0" tIns="0" rIns="0" bIns="0" rtlCol="0" anchor="b"/>
          <a:lstStyle>
            <a:lvl1pPr algn="r" eaLnBrk="1" latinLnBrk="0" hangingPunct="1">
              <a:defRPr kumimoji="0" sz="1100">
                <a:solidFill>
                  <a:schemeClr val="tx1"/>
                </a:solidFill>
                <a:latin typeface="宋体" panose="02010600030101010101" pitchFamily="2" charset="-122"/>
                <a:ea typeface="宋体" panose="02010600030101010101" pitchFamily="2" charset="-122"/>
              </a:defRPr>
            </a:lvl1p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942852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5000" b="0" kern="1200">
          <a:ln>
            <a:noFill/>
          </a:ln>
          <a:solidFill>
            <a:schemeClr val="tx2"/>
          </a:solidFill>
          <a:effectLst/>
          <a:latin typeface="微软雅黑" panose="020B0503020204020204" pitchFamily="34" charset="-122"/>
          <a:ea typeface="微软雅黑" panose="020B0503020204020204" pitchFamily="34" charset="-122"/>
          <a:cs typeface="+mj-cs"/>
        </a:defRPr>
      </a:lvl1pPr>
    </p:titleStyle>
    <p:bodyStyle>
      <a:lvl1pPr marL="274320" indent="-274320" algn="l" rtl="0" eaLnBrk="1" latinLnBrk="0" hangingPunct="1">
        <a:spcBef>
          <a:spcPct val="20000"/>
        </a:spcBef>
        <a:buClr>
          <a:schemeClr val="accent3">
            <a:lumMod val="50000"/>
          </a:schemeClr>
        </a:buClr>
        <a:buSzPct val="95000"/>
        <a:buFont typeface="Wingdings 2"/>
        <a:buChar char=""/>
        <a:defRPr kumimoji="0" sz="2600" kern="1200">
          <a:solidFill>
            <a:schemeClr val="tx1"/>
          </a:solidFill>
          <a:latin typeface="宋体" panose="02010600030101010101" pitchFamily="2" charset="-122"/>
          <a:ea typeface="宋体" panose="02010600030101010101" pitchFamily="2" charset="-122"/>
          <a:cs typeface="+mn-cs"/>
        </a:defRPr>
      </a:lvl1pPr>
      <a:lvl2pPr marL="640080" indent="-246888" algn="l" rtl="0" eaLnBrk="1" latinLnBrk="0" hangingPunct="1">
        <a:spcBef>
          <a:spcPct val="20000"/>
        </a:spcBef>
        <a:buClr>
          <a:schemeClr val="accent1">
            <a:lumMod val="50000"/>
          </a:schemeClr>
        </a:buClr>
        <a:buSzPct val="85000"/>
        <a:buFont typeface="Wingdings 2"/>
        <a:buChar char=""/>
        <a:defRPr kumimoji="0" sz="2400" kern="1200">
          <a:solidFill>
            <a:schemeClr val="tx1"/>
          </a:solidFill>
          <a:latin typeface="宋体" panose="02010600030101010101" pitchFamily="2" charset="-122"/>
          <a:ea typeface="宋体" panose="02010600030101010101" pitchFamily="2" charset="-122"/>
          <a:cs typeface="+mn-cs"/>
        </a:defRPr>
      </a:lvl2pPr>
      <a:lvl3pPr marL="914400" indent="-246888" algn="l" rtl="0" eaLnBrk="1" latinLnBrk="0" hangingPunct="1">
        <a:spcBef>
          <a:spcPct val="20000"/>
        </a:spcBef>
        <a:buClr>
          <a:schemeClr val="accent2">
            <a:lumMod val="50000"/>
          </a:schemeClr>
        </a:buClr>
        <a:buSzPct val="70000"/>
        <a:buFont typeface="Wingdings 2"/>
        <a:buChar char=""/>
        <a:defRPr kumimoji="0" sz="2100" kern="1200">
          <a:solidFill>
            <a:schemeClr val="tx1"/>
          </a:solidFill>
          <a:latin typeface="宋体" panose="02010600030101010101" pitchFamily="2" charset="-122"/>
          <a:ea typeface="宋体" panose="02010600030101010101" pitchFamily="2" charset="-122"/>
          <a:cs typeface="+mn-cs"/>
        </a:defRPr>
      </a:lvl3pPr>
      <a:lvl4pPr marL="1188720" indent="-210312" algn="l" rtl="0" eaLnBrk="1" latinLnBrk="0" hangingPunct="1">
        <a:spcBef>
          <a:spcPct val="20000"/>
        </a:spcBef>
        <a:buClr>
          <a:schemeClr val="accent3">
            <a:lumMod val="50000"/>
          </a:schemeClr>
        </a:buClr>
        <a:buSzPct val="65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463040" indent="-210312" algn="l" rtl="0" eaLnBrk="1" latinLnBrk="0" hangingPunct="1">
        <a:spcBef>
          <a:spcPct val="20000"/>
        </a:spcBef>
        <a:buClr>
          <a:schemeClr val="accent4">
            <a:lumMod val="75000"/>
          </a:schemeClr>
        </a:buClr>
        <a:buSzPct val="65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737360" indent="-210312" algn="l" rtl="0" eaLnBrk="1" latinLnBrk="0" hangingPunct="1">
        <a:spcBef>
          <a:spcPct val="20000"/>
        </a:spcBef>
        <a:buClr>
          <a:schemeClr val="accent5">
            <a:lumMod val="50000"/>
          </a:schemeClr>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lumMod val="75000"/>
          </a:schemeClr>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286000" indent="0" algn="l" rtl="0" eaLnBrk="1" latinLnBrk="0" hangingPunct="1">
        <a:spcBef>
          <a:spcPct val="20000"/>
        </a:spcBef>
        <a:buClr>
          <a:schemeClr val="tx2"/>
        </a:buClr>
        <a:buFontTx/>
        <a:buNone/>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rtlCol="0">
            <a:normAutofit/>
          </a:bodyPr>
          <a:lstStyle/>
          <a:p>
            <a:pPr algn="ctr" rtl="0"/>
            <a:r>
              <a:rPr lang="zh-CN" altLang="en-US" sz="6600" dirty="0"/>
              <a:t>大学生创业现状调查</a:t>
            </a:r>
          </a:p>
        </p:txBody>
      </p:sp>
      <p:sp>
        <p:nvSpPr>
          <p:cNvPr id="5" name="副标题 4"/>
          <p:cNvSpPr>
            <a:spLocks noGrp="1"/>
          </p:cNvSpPr>
          <p:nvPr>
            <p:ph type="subTitle" idx="1"/>
          </p:nvPr>
        </p:nvSpPr>
        <p:spPr/>
        <p:txBody>
          <a:bodyPr rtlCol="0"/>
          <a:lstStyle/>
          <a:p>
            <a:pPr rtl="0"/>
            <a:endParaRPr lang="zh-CN" altLang="en-US" dirty="0"/>
          </a:p>
        </p:txBody>
      </p:sp>
    </p:spTree>
    <p:extLst>
      <p:ext uri="{BB962C8B-B14F-4D97-AF65-F5344CB8AC3E}">
        <p14:creationId xmlns:p14="http://schemas.microsoft.com/office/powerpoint/2010/main" val="3549628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lstStyle/>
          <a:p>
            <a:pPr rtl="0"/>
            <a:r>
              <a:rPr lang="zh-CN" altLang="en-US" dirty="0"/>
              <a:t>研究概述</a:t>
            </a:r>
          </a:p>
        </p:txBody>
      </p:sp>
      <p:sp>
        <p:nvSpPr>
          <p:cNvPr id="2" name="内容占位符 1"/>
          <p:cNvSpPr>
            <a:spLocks noGrp="1"/>
          </p:cNvSpPr>
          <p:nvPr>
            <p:ph idx="1"/>
          </p:nvPr>
        </p:nvSpPr>
        <p:spPr/>
        <p:txBody>
          <a:bodyPr rtlCol="0"/>
          <a:lstStyle/>
          <a:p>
            <a:pPr rtl="0">
              <a:lnSpc>
                <a:spcPct val="150000"/>
              </a:lnSpc>
            </a:pPr>
            <a:r>
              <a:rPr lang="zh-CN" altLang="en-US" sz="2800" b="1" dirty="0">
                <a:latin typeface="黑体" panose="02010609060101010101" pitchFamily="49" charset="-122"/>
                <a:ea typeface="黑体" panose="02010609060101010101" pitchFamily="49" charset="-122"/>
              </a:rPr>
              <a:t>项目背景</a:t>
            </a:r>
          </a:p>
          <a:p>
            <a:pPr rtl="0">
              <a:lnSpc>
                <a:spcPct val="150000"/>
              </a:lnSpc>
            </a:pPr>
            <a:r>
              <a:rPr lang="zh-CN" altLang="en-US" sz="2800" b="1" dirty="0">
                <a:latin typeface="黑体" panose="02010609060101010101" pitchFamily="49" charset="-122"/>
                <a:ea typeface="黑体" panose="02010609060101010101" pitchFamily="49" charset="-122"/>
              </a:rPr>
              <a:t>研究内容 </a:t>
            </a:r>
            <a:endParaRPr lang="en-US" altLang="zh-CN" sz="2800" b="1" dirty="0">
              <a:latin typeface="黑体" panose="02010609060101010101" pitchFamily="49" charset="-122"/>
              <a:ea typeface="黑体" panose="02010609060101010101" pitchFamily="49" charset="-122"/>
            </a:endParaRPr>
          </a:p>
          <a:p>
            <a:pPr rtl="0">
              <a:lnSpc>
                <a:spcPct val="150000"/>
              </a:lnSpc>
            </a:pPr>
            <a:r>
              <a:rPr lang="zh-CN" altLang="en-US" sz="2800" b="1" dirty="0">
                <a:latin typeface="黑体" panose="02010609060101010101" pitchFamily="49" charset="-122"/>
                <a:ea typeface="黑体" panose="02010609060101010101" pitchFamily="49" charset="-122"/>
              </a:rPr>
              <a:t>研究方案</a:t>
            </a:r>
          </a:p>
          <a:p>
            <a:pPr rtl="0">
              <a:lnSpc>
                <a:spcPct val="150000"/>
              </a:lnSpc>
            </a:pPr>
            <a:r>
              <a:rPr lang="zh-CN" altLang="en-US" sz="2800" b="1" dirty="0">
                <a:latin typeface="黑体" panose="02010609060101010101" pitchFamily="49" charset="-122"/>
                <a:ea typeface="黑体" panose="02010609060101010101" pitchFamily="49" charset="-122"/>
              </a:rPr>
              <a:t>项目特色</a:t>
            </a:r>
            <a:endParaRPr lang="en-US" altLang="zh-CN" sz="2800" b="1" dirty="0">
              <a:latin typeface="黑体" panose="02010609060101010101" pitchFamily="49" charset="-122"/>
              <a:ea typeface="黑体" panose="02010609060101010101" pitchFamily="49" charset="-122"/>
            </a:endParaRPr>
          </a:p>
          <a:p>
            <a:pPr rtl="0">
              <a:lnSpc>
                <a:spcPct val="150000"/>
              </a:lnSpc>
            </a:pPr>
            <a:r>
              <a:rPr lang="zh-CN" altLang="en-US" sz="2800" b="1" dirty="0">
                <a:latin typeface="黑体" panose="02010609060101010101" pitchFamily="49" charset="-122"/>
                <a:ea typeface="黑体" panose="02010609060101010101" pitchFamily="49" charset="-122"/>
              </a:rPr>
              <a:t>时间安排</a:t>
            </a:r>
          </a:p>
          <a:p>
            <a:pPr rtl="0">
              <a:lnSpc>
                <a:spcPct val="150000"/>
              </a:lnSpc>
            </a:pPr>
            <a:r>
              <a:rPr lang="zh-CN" altLang="en-US" sz="2800" b="1" dirty="0">
                <a:latin typeface="黑体" panose="02010609060101010101" pitchFamily="49" charset="-122"/>
                <a:ea typeface="黑体" panose="02010609060101010101" pitchFamily="49" charset="-122"/>
              </a:rPr>
              <a:t>预期结果</a:t>
            </a:r>
          </a:p>
          <a:p>
            <a:pPr rtl="0"/>
            <a:endParaRPr lang="zh-CN" altLang="en-US" dirty="0"/>
          </a:p>
        </p:txBody>
      </p:sp>
    </p:spTree>
    <p:extLst>
      <p:ext uri="{BB962C8B-B14F-4D97-AF65-F5344CB8AC3E}">
        <p14:creationId xmlns:p14="http://schemas.microsoft.com/office/powerpoint/2010/main" val="1508910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lstStyle/>
          <a:p>
            <a:pPr rtl="0"/>
            <a:r>
              <a:rPr lang="zh-CN" altLang="en-US" dirty="0"/>
              <a:t>项目背景</a:t>
            </a:r>
          </a:p>
        </p:txBody>
      </p:sp>
      <p:sp>
        <p:nvSpPr>
          <p:cNvPr id="2" name="内容占位符 1"/>
          <p:cNvSpPr>
            <a:spLocks noGrp="1"/>
          </p:cNvSpPr>
          <p:nvPr>
            <p:ph idx="1"/>
          </p:nvPr>
        </p:nvSpPr>
        <p:spPr>
          <a:xfrm>
            <a:off x="609600" y="1935480"/>
            <a:ext cx="4770783" cy="4389120"/>
          </a:xfrm>
        </p:spPr>
        <p:txBody>
          <a:bodyPr rtlCol="0">
            <a:normAutofit/>
          </a:bodyPr>
          <a:lstStyle/>
          <a:p>
            <a:pPr indent="274320">
              <a:lnSpc>
                <a:spcPct val="150000"/>
              </a:lnSpc>
            </a:pPr>
            <a:r>
              <a:rPr lang="zh-CN" altLang="zh-CN" b="1" dirty="0"/>
              <a:t>在我国，大学生就业压力日益严峻，伴随着政府政策引导与社会观念的转变，“大众创业，万众创新”的观念深入人心。大学生创业意识，就业方向也悄然发生转变。</a:t>
            </a:r>
            <a:endParaRPr lang="zh-CN" altLang="zh-CN" dirty="0"/>
          </a:p>
          <a:p>
            <a:pPr marL="0" indent="0">
              <a:buNone/>
            </a:pPr>
            <a:r>
              <a:rPr lang="en-US" altLang="zh-CN" b="1" dirty="0"/>
              <a:t> </a:t>
            </a:r>
            <a:endParaRPr lang="zh-CN" altLang="zh-CN" dirty="0"/>
          </a:p>
          <a:p>
            <a:pPr rtl="0"/>
            <a:endParaRPr lang="zh-CN" altLang="en-US" dirty="0"/>
          </a:p>
        </p:txBody>
      </p:sp>
      <p:pic>
        <p:nvPicPr>
          <p:cNvPr id="5" name="图片 4">
            <a:extLst>
              <a:ext uri="{FF2B5EF4-FFF2-40B4-BE49-F238E27FC236}">
                <a16:creationId xmlns:a16="http://schemas.microsoft.com/office/drawing/2014/main" id="{FBA05DC7-F514-4DDE-BC24-7224E9AEEA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5856" y="1847087"/>
            <a:ext cx="5816600" cy="3639313"/>
          </a:xfrm>
          <a:prstGeom prst="rect">
            <a:avLst/>
          </a:prstGeom>
        </p:spPr>
      </p:pic>
    </p:spTree>
    <p:extLst>
      <p:ext uri="{BB962C8B-B14F-4D97-AF65-F5344CB8AC3E}">
        <p14:creationId xmlns:p14="http://schemas.microsoft.com/office/powerpoint/2010/main" val="3339554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lstStyle/>
          <a:p>
            <a:pPr rtl="0"/>
            <a:r>
              <a:rPr lang="zh-CN" altLang="en-US" dirty="0"/>
              <a:t>研究内容</a:t>
            </a:r>
            <a:endParaRPr lang="zh-cn" dirty="0"/>
          </a:p>
        </p:txBody>
      </p:sp>
      <p:sp>
        <p:nvSpPr>
          <p:cNvPr id="2" name="内容占位符 1"/>
          <p:cNvSpPr>
            <a:spLocks noGrp="1"/>
          </p:cNvSpPr>
          <p:nvPr>
            <p:ph idx="1"/>
          </p:nvPr>
        </p:nvSpPr>
        <p:spPr/>
        <p:txBody>
          <a:bodyPr rtlCol="0">
            <a:normAutofit/>
          </a:bodyPr>
          <a:lstStyle/>
          <a:p>
            <a:pPr>
              <a:lnSpc>
                <a:spcPct val="150000"/>
              </a:lnSpc>
            </a:pPr>
            <a:r>
              <a:rPr lang="zh-CN" altLang="zh-CN" sz="3200" b="1" dirty="0"/>
              <a:t>在校大学生和毕业大学生在创业前准备的真实状况</a:t>
            </a:r>
            <a:endParaRPr lang="en-US" altLang="zh-CN" sz="3200" b="1" dirty="0"/>
          </a:p>
          <a:p>
            <a:pPr>
              <a:lnSpc>
                <a:spcPct val="150000"/>
              </a:lnSpc>
            </a:pPr>
            <a:r>
              <a:rPr lang="zh-CN" altLang="zh-CN" sz="3200" b="1" dirty="0"/>
              <a:t>大学生创业</a:t>
            </a:r>
            <a:r>
              <a:rPr lang="zh-CN" altLang="en-US" sz="3200" b="1" dirty="0"/>
              <a:t>所遇困难及</a:t>
            </a:r>
            <a:r>
              <a:rPr lang="zh-CN" altLang="zh-CN" sz="3200" b="1" dirty="0"/>
              <a:t>问题</a:t>
            </a:r>
            <a:endParaRPr lang="en-US" altLang="zh-CN" sz="3200" b="1" dirty="0"/>
          </a:p>
          <a:p>
            <a:pPr>
              <a:lnSpc>
                <a:spcPct val="150000"/>
              </a:lnSpc>
            </a:pPr>
            <a:r>
              <a:rPr lang="zh-CN" altLang="en-US" sz="3200" b="1" dirty="0"/>
              <a:t>对</a:t>
            </a:r>
            <a:r>
              <a:rPr lang="zh-CN" altLang="zh-CN" sz="3200" b="1" dirty="0"/>
              <a:t>大学生创业的建议</a:t>
            </a:r>
            <a:r>
              <a:rPr lang="en-US" altLang="zh-CN" sz="3200" b="1" dirty="0"/>
              <a:t> </a:t>
            </a:r>
            <a:endParaRPr lang="zh-CN" altLang="zh-CN" sz="3200" b="1" dirty="0"/>
          </a:p>
          <a:p>
            <a:pPr rtl="0"/>
            <a:endParaRPr lang="en-US" dirty="0"/>
          </a:p>
        </p:txBody>
      </p:sp>
    </p:spTree>
    <p:extLst>
      <p:ext uri="{BB962C8B-B14F-4D97-AF65-F5344CB8AC3E}">
        <p14:creationId xmlns:p14="http://schemas.microsoft.com/office/powerpoint/2010/main" val="11508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lstStyle/>
          <a:p>
            <a:pPr rtl="0"/>
            <a:r>
              <a:rPr lang="zh-CN" altLang="en-US" dirty="0"/>
              <a:t>研究方案</a:t>
            </a:r>
            <a:endParaRPr lang="zh-cn" dirty="0"/>
          </a:p>
        </p:txBody>
      </p:sp>
      <p:sp>
        <p:nvSpPr>
          <p:cNvPr id="2" name="内容占位符 1"/>
          <p:cNvSpPr>
            <a:spLocks noGrp="1"/>
          </p:cNvSpPr>
          <p:nvPr>
            <p:ph idx="1"/>
          </p:nvPr>
        </p:nvSpPr>
        <p:spPr/>
        <p:txBody>
          <a:bodyPr rtlCol="0">
            <a:normAutofit lnSpcReduction="10000"/>
          </a:bodyPr>
          <a:lstStyle/>
          <a:p>
            <a:pPr indent="306070"/>
            <a:r>
              <a:rPr lang="zh-CN" altLang="en-US" sz="2800" b="1" kern="100" dirty="0">
                <a:latin typeface="Calibri" panose="020F0502020204030204" pitchFamily="34" charset="0"/>
                <a:cs typeface="Arial" panose="020B0604020202020204" pitchFamily="34" charset="0"/>
              </a:rPr>
              <a:t>第一步：</a:t>
            </a:r>
            <a:r>
              <a:rPr lang="zh-CN" altLang="zh-CN" sz="2800" b="1" kern="100" dirty="0">
                <a:latin typeface="Calibri" panose="020F0502020204030204" pitchFamily="34" charset="0"/>
                <a:cs typeface="Arial" panose="020B0604020202020204" pitchFamily="34" charset="0"/>
              </a:rPr>
              <a:t>通过数据调研搜集我校大学生开展创新创业的情况</a:t>
            </a:r>
            <a:r>
              <a:rPr lang="zh-CN" altLang="en-US" sz="2800" b="1" kern="100" dirty="0">
                <a:latin typeface="Calibri" panose="020F0502020204030204" pitchFamily="34" charset="0"/>
                <a:cs typeface="Arial" panose="020B0604020202020204" pitchFamily="34" charset="0"/>
              </a:rPr>
              <a:t>；</a:t>
            </a:r>
            <a:endParaRPr lang="en-US" altLang="zh-CN" sz="2800" b="1" kern="100" dirty="0">
              <a:latin typeface="Calibri" panose="020F0502020204030204" pitchFamily="34" charset="0"/>
              <a:cs typeface="Arial" panose="020B0604020202020204" pitchFamily="34" charset="0"/>
            </a:endParaRPr>
          </a:p>
          <a:p>
            <a:pPr indent="306070"/>
            <a:r>
              <a:rPr lang="zh-CN" altLang="en-US" sz="2800" b="1" kern="100" dirty="0">
                <a:latin typeface="Calibri" panose="020F0502020204030204" pitchFamily="34" charset="0"/>
                <a:cs typeface="Arial" panose="020B0604020202020204" pitchFamily="34" charset="0"/>
              </a:rPr>
              <a:t>第二步：</a:t>
            </a:r>
            <a:r>
              <a:rPr lang="zh-CN" altLang="zh-CN" sz="2800" b="1" kern="100" dirty="0">
                <a:latin typeface="Calibri" panose="020F0502020204030204" pitchFamily="34" charset="0"/>
                <a:cs typeface="Arial" panose="020B0604020202020204" pitchFamily="34" charset="0"/>
              </a:rPr>
              <a:t>利用蒙特卡罗算法、图象处理算法等算法和数学模型</a:t>
            </a:r>
            <a:r>
              <a:rPr lang="zh-CN" altLang="en-US" sz="2800" b="1" kern="100" dirty="0">
                <a:latin typeface="Calibri" panose="020F0502020204030204" pitchFamily="34" charset="0"/>
                <a:cs typeface="Arial" panose="020B0604020202020204" pitchFamily="34" charset="0"/>
              </a:rPr>
              <a:t>分析数据。</a:t>
            </a:r>
            <a:endParaRPr lang="en-US" altLang="zh-CN" sz="2800" b="1" kern="100" dirty="0">
              <a:latin typeface="Calibri" panose="020F0502020204030204" pitchFamily="34" charset="0"/>
              <a:cs typeface="Arial" panose="020B0604020202020204" pitchFamily="34" charset="0"/>
            </a:endParaRPr>
          </a:p>
          <a:p>
            <a:pPr indent="306070"/>
            <a:r>
              <a:rPr lang="zh-CN" altLang="en-US" sz="2800" b="1" kern="100" dirty="0">
                <a:latin typeface="Calibri" panose="020F0502020204030204" pitchFamily="34" charset="0"/>
                <a:cs typeface="Arial" panose="020B0604020202020204" pitchFamily="34" charset="0"/>
              </a:rPr>
              <a:t>第三步：再次收集数据，与元数据对比，进行调试，得到更优结果。</a:t>
            </a:r>
            <a:endParaRPr lang="en-US" altLang="zh-CN" sz="2800" b="1" kern="100" dirty="0">
              <a:latin typeface="Calibri" panose="020F0502020204030204" pitchFamily="34" charset="0"/>
              <a:cs typeface="Arial" panose="020B0604020202020204" pitchFamily="34" charset="0"/>
            </a:endParaRPr>
          </a:p>
          <a:p>
            <a:pPr indent="306070"/>
            <a:r>
              <a:rPr lang="zh-CN" altLang="en-US" sz="2800" b="1" kern="100" dirty="0">
                <a:latin typeface="Calibri" panose="020F0502020204030204" pitchFamily="34" charset="0"/>
                <a:cs typeface="Arial" panose="020B0604020202020204" pitchFamily="34" charset="0"/>
              </a:rPr>
              <a:t>预备基础</a:t>
            </a:r>
            <a:endParaRPr lang="en-US" altLang="zh-CN" sz="2800" b="1" kern="100" dirty="0">
              <a:latin typeface="Calibri" panose="020F0502020204030204" pitchFamily="34" charset="0"/>
              <a:cs typeface="Arial" panose="020B0604020202020204" pitchFamily="34" charset="0"/>
            </a:endParaRPr>
          </a:p>
          <a:p>
            <a:pPr indent="0">
              <a:buNone/>
            </a:pPr>
            <a:endParaRPr lang="zh-CN" altLang="zh-CN" sz="2000" kern="100" dirty="0">
              <a:latin typeface="Calibri" panose="020F0502020204030204" pitchFamily="34" charset="0"/>
              <a:cs typeface="Arial" panose="020B0604020202020204" pitchFamily="34" charset="0"/>
            </a:endParaRPr>
          </a:p>
          <a:p>
            <a:pPr lvl="1"/>
            <a:r>
              <a:rPr lang="zh-CN" altLang="en-US" sz="2200" b="1" i="1" dirty="0"/>
              <a:t>知识基础</a:t>
            </a:r>
            <a:r>
              <a:rPr lang="en-US" altLang="zh-CN" sz="2200" b="1" i="1" dirty="0"/>
              <a:t>:</a:t>
            </a:r>
            <a:r>
              <a:rPr lang="zh-CN" altLang="en-US" sz="2200" b="1" i="1" dirty="0"/>
              <a:t>国内外大量相关文献，多种数学算法书籍，网络数据，对大学生创业类型和前景的了解。</a:t>
            </a:r>
          </a:p>
          <a:p>
            <a:pPr lvl="1"/>
            <a:r>
              <a:rPr lang="zh-CN" altLang="en-US" sz="2200" b="1" i="1" dirty="0"/>
              <a:t>实践基础</a:t>
            </a:r>
            <a:r>
              <a:rPr lang="en-US" altLang="zh-CN" sz="2200" b="1" i="1" dirty="0"/>
              <a:t>:</a:t>
            </a:r>
            <a:r>
              <a:rPr lang="zh-CN" altLang="en-US" sz="2200" b="1" i="1" dirty="0"/>
              <a:t>多次校内同学不同时间段创业以及创业成功与失败的数据采集，对已有的数学原理的熟练掌握。</a:t>
            </a:r>
          </a:p>
          <a:p>
            <a:endParaRPr lang="zh-CN" altLang="en-US" dirty="0"/>
          </a:p>
          <a:p>
            <a:pPr rtl="0"/>
            <a:endParaRPr lang="zh-CN" altLang="en-US" dirty="0"/>
          </a:p>
          <a:p>
            <a:endParaRPr lang="zh-CN" altLang="zh-CN" dirty="0"/>
          </a:p>
          <a:p>
            <a:pPr rtl="0"/>
            <a:endParaRPr lang="zh-CN" altLang="en-US" dirty="0"/>
          </a:p>
        </p:txBody>
      </p:sp>
    </p:spTree>
    <p:extLst>
      <p:ext uri="{BB962C8B-B14F-4D97-AF65-F5344CB8AC3E}">
        <p14:creationId xmlns:p14="http://schemas.microsoft.com/office/powerpoint/2010/main" val="3252008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lstStyle/>
          <a:p>
            <a:pPr rtl="0"/>
            <a:r>
              <a:rPr lang="zh-CN" altLang="en-US" dirty="0"/>
              <a:t>项目特色</a:t>
            </a:r>
          </a:p>
        </p:txBody>
      </p:sp>
      <p:sp>
        <p:nvSpPr>
          <p:cNvPr id="2" name="内容占位符 1"/>
          <p:cNvSpPr>
            <a:spLocks noGrp="1"/>
          </p:cNvSpPr>
          <p:nvPr>
            <p:ph idx="1"/>
          </p:nvPr>
        </p:nvSpPr>
        <p:spPr/>
        <p:txBody>
          <a:bodyPr rtlCol="0"/>
          <a:lstStyle/>
          <a:p>
            <a:pPr>
              <a:lnSpc>
                <a:spcPct val="150000"/>
              </a:lnSpc>
            </a:pPr>
            <a:r>
              <a:rPr lang="zh-CN" altLang="zh-CN" b="1" dirty="0"/>
              <a:t>使用数学算法研究问题，使方案更具有说服力，极具探索性。</a:t>
            </a:r>
          </a:p>
          <a:p>
            <a:pPr>
              <a:lnSpc>
                <a:spcPct val="150000"/>
              </a:lnSpc>
            </a:pPr>
            <a:r>
              <a:rPr lang="zh-CN" altLang="zh-CN" b="1" dirty="0"/>
              <a:t>建立不同算法模型</a:t>
            </a:r>
          </a:p>
          <a:p>
            <a:pPr>
              <a:lnSpc>
                <a:spcPct val="150000"/>
              </a:lnSpc>
            </a:pPr>
            <a:r>
              <a:rPr lang="zh-CN" altLang="zh-CN" b="1" dirty="0"/>
              <a:t>运用规划问题找到最优方案</a:t>
            </a:r>
          </a:p>
          <a:p>
            <a:pPr>
              <a:lnSpc>
                <a:spcPct val="150000"/>
              </a:lnSpc>
            </a:pPr>
            <a:r>
              <a:rPr lang="zh-CN" altLang="zh-CN" b="1" dirty="0"/>
              <a:t>实现了数据分析的方式</a:t>
            </a:r>
          </a:p>
          <a:p>
            <a:pPr>
              <a:lnSpc>
                <a:spcPct val="150000"/>
              </a:lnSpc>
            </a:pPr>
            <a:r>
              <a:rPr lang="zh-CN" altLang="zh-CN" b="1" dirty="0"/>
              <a:t>使用问卷调研、视频剪辑、自媒体平台</a:t>
            </a:r>
            <a:r>
              <a:rPr lang="zh-CN" altLang="en-US" b="1" dirty="0"/>
              <a:t>等技术</a:t>
            </a:r>
          </a:p>
        </p:txBody>
      </p:sp>
    </p:spTree>
    <p:extLst>
      <p:ext uri="{BB962C8B-B14F-4D97-AF65-F5344CB8AC3E}">
        <p14:creationId xmlns:p14="http://schemas.microsoft.com/office/powerpoint/2010/main" val="141945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lstStyle/>
          <a:p>
            <a:pPr rtl="0"/>
            <a:r>
              <a:rPr lang="zh-CN" altLang="en-US" dirty="0"/>
              <a:t>时间安排</a:t>
            </a:r>
          </a:p>
        </p:txBody>
      </p:sp>
      <p:sp>
        <p:nvSpPr>
          <p:cNvPr id="2" name="内容占位符 1"/>
          <p:cNvSpPr>
            <a:spLocks noGrp="1"/>
          </p:cNvSpPr>
          <p:nvPr>
            <p:ph idx="1"/>
          </p:nvPr>
        </p:nvSpPr>
        <p:spPr/>
        <p:txBody>
          <a:bodyPr rtlCol="0">
            <a:normAutofit fontScale="92500" lnSpcReduction="10000"/>
          </a:bodyPr>
          <a:lstStyle/>
          <a:p>
            <a:pPr>
              <a:lnSpc>
                <a:spcPct val="150000"/>
              </a:lnSpc>
            </a:pPr>
            <a:r>
              <a:rPr lang="en-US" altLang="zh-CN" sz="2400" b="1" dirty="0"/>
              <a:t>2018</a:t>
            </a:r>
            <a:r>
              <a:rPr lang="zh-CN" altLang="en-US" sz="2400" b="1" dirty="0"/>
              <a:t>年</a:t>
            </a:r>
            <a:r>
              <a:rPr lang="en-US" altLang="zh-CN" sz="2400" b="1" dirty="0"/>
              <a:t>10</a:t>
            </a:r>
            <a:r>
              <a:rPr lang="zh-CN" altLang="en-US" sz="2400" b="1" dirty="0"/>
              <a:t>月至</a:t>
            </a:r>
            <a:r>
              <a:rPr lang="en-US" altLang="zh-CN" sz="2400" b="1" dirty="0"/>
              <a:t>2019</a:t>
            </a:r>
            <a:r>
              <a:rPr lang="zh-CN" altLang="en-US" sz="2400" b="1" dirty="0"/>
              <a:t>年</a:t>
            </a:r>
            <a:r>
              <a:rPr lang="en-US" altLang="zh-CN" sz="2400" b="1" dirty="0"/>
              <a:t>2</a:t>
            </a:r>
            <a:r>
              <a:rPr lang="zh-CN" altLang="en-US" sz="2400" b="1" dirty="0"/>
              <a:t>月</a:t>
            </a:r>
            <a:r>
              <a:rPr lang="en-US" altLang="zh-CN" sz="2400" b="1" dirty="0"/>
              <a:t>:</a:t>
            </a:r>
            <a:r>
              <a:rPr lang="zh-CN" altLang="zh-CN" sz="2400" b="1" dirty="0">
                <a:solidFill>
                  <a:srgbClr val="C00000"/>
                </a:solidFill>
              </a:rPr>
              <a:t>前期调研</a:t>
            </a:r>
            <a:r>
              <a:rPr lang="zh-CN" altLang="zh-CN" sz="2400" b="1" dirty="0"/>
              <a:t>，主要为线上问卷调查、线下交流及采访、录制视频。了解各类数学算法及其适用的条件与可达到的研究目的，通过数据拟合，参数估计等数据处理算法对调查的问卷进行数据的收集和筛选。</a:t>
            </a:r>
          </a:p>
          <a:p>
            <a:pPr>
              <a:lnSpc>
                <a:spcPct val="150000"/>
              </a:lnSpc>
            </a:pPr>
            <a:r>
              <a:rPr lang="en-US" altLang="zh-CN" sz="2400" b="1" dirty="0"/>
              <a:t>2019</a:t>
            </a:r>
            <a:r>
              <a:rPr lang="zh-CN" altLang="en-US" sz="2400" b="1" dirty="0"/>
              <a:t>年</a:t>
            </a:r>
            <a:r>
              <a:rPr lang="en-US" altLang="zh-CN" sz="2400" b="1" dirty="0"/>
              <a:t>3</a:t>
            </a:r>
            <a:r>
              <a:rPr lang="zh-CN" altLang="zh-CN" sz="2400" b="1" dirty="0"/>
              <a:t>月到</a:t>
            </a:r>
            <a:r>
              <a:rPr lang="en-US" altLang="zh-CN" sz="2400" b="1" dirty="0"/>
              <a:t>5</a:t>
            </a:r>
            <a:r>
              <a:rPr lang="zh-CN" altLang="zh-CN" sz="2400" b="1" dirty="0"/>
              <a:t>月：</a:t>
            </a:r>
            <a:r>
              <a:rPr lang="zh-CN" altLang="zh-CN" sz="2400" b="1" dirty="0">
                <a:solidFill>
                  <a:srgbClr val="C00000"/>
                </a:solidFill>
              </a:rPr>
              <a:t>项目中期</a:t>
            </a:r>
            <a:r>
              <a:rPr lang="zh-CN" altLang="zh-CN" sz="2400" b="1" dirty="0"/>
              <a:t>，总结预备知识，原理和方法，使用大量我校学生创业的数据。使用百分之五十图像处理算法对筛选的数据进行分析，运用百分之四十线性规划，整数规划，多元规划方法来找到最优化解决方案，并创建微信公众号等自媒体平台。最后运用百分之十的蒙特卡罗算法来检验方案的正确性和可行性。</a:t>
            </a:r>
          </a:p>
          <a:p>
            <a:pPr>
              <a:lnSpc>
                <a:spcPct val="150000"/>
              </a:lnSpc>
            </a:pPr>
            <a:r>
              <a:rPr lang="en-US" altLang="zh-CN" sz="2400" b="1" dirty="0"/>
              <a:t>2019</a:t>
            </a:r>
            <a:r>
              <a:rPr lang="zh-CN" altLang="en-US" sz="2400" b="1" dirty="0"/>
              <a:t>年</a:t>
            </a:r>
            <a:r>
              <a:rPr lang="en-US" altLang="zh-CN" sz="2400" b="1" dirty="0"/>
              <a:t>6</a:t>
            </a:r>
            <a:r>
              <a:rPr lang="zh-CN" altLang="zh-CN" sz="2400" b="1" dirty="0"/>
              <a:t>月到</a:t>
            </a:r>
            <a:r>
              <a:rPr lang="en-US" altLang="zh-CN" sz="2400" b="1" dirty="0"/>
              <a:t>10</a:t>
            </a:r>
            <a:r>
              <a:rPr lang="zh-CN" altLang="zh-CN" sz="2400" b="1" dirty="0"/>
              <a:t>月</a:t>
            </a:r>
            <a:r>
              <a:rPr lang="en-US" altLang="zh-CN" sz="2400" b="1" dirty="0"/>
              <a:t>:</a:t>
            </a:r>
            <a:r>
              <a:rPr lang="zh-CN" altLang="zh-CN" sz="2400" b="1" dirty="0">
                <a:solidFill>
                  <a:srgbClr val="C00000"/>
                </a:solidFill>
              </a:rPr>
              <a:t>项目后期</a:t>
            </a:r>
            <a:r>
              <a:rPr lang="zh-CN" altLang="zh-CN" sz="2400" b="1" dirty="0"/>
              <a:t>，再次收集数据，通过成功案例与失败案例的对比对方案的不断调试不断提高方案的可行性。</a:t>
            </a:r>
            <a:endParaRPr lang="en-US" sz="2400" b="1" dirty="0"/>
          </a:p>
        </p:txBody>
      </p:sp>
    </p:spTree>
    <p:extLst>
      <p:ext uri="{BB962C8B-B14F-4D97-AF65-F5344CB8AC3E}">
        <p14:creationId xmlns:p14="http://schemas.microsoft.com/office/powerpoint/2010/main" val="2054880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lstStyle/>
          <a:p>
            <a:pPr rtl="0"/>
            <a:r>
              <a:rPr lang="zh-CN" altLang="en-US" dirty="0"/>
              <a:t>预期成果</a:t>
            </a:r>
          </a:p>
        </p:txBody>
      </p:sp>
      <p:sp>
        <p:nvSpPr>
          <p:cNvPr id="2" name="内容占位符 1"/>
          <p:cNvSpPr>
            <a:spLocks noGrp="1"/>
          </p:cNvSpPr>
          <p:nvPr>
            <p:ph idx="1"/>
          </p:nvPr>
        </p:nvSpPr>
        <p:spPr/>
        <p:txBody>
          <a:bodyPr rtlCol="0"/>
          <a:lstStyle/>
          <a:p>
            <a:endParaRPr lang="zh-CN" altLang="zh-CN" dirty="0"/>
          </a:p>
          <a:p>
            <a:r>
              <a:rPr lang="zh-CN" altLang="en-US" b="1" dirty="0"/>
              <a:t> 一篇论文，一篇高质量调研报告</a:t>
            </a:r>
          </a:p>
        </p:txBody>
      </p:sp>
    </p:spTree>
    <p:extLst>
      <p:ext uri="{BB962C8B-B14F-4D97-AF65-F5344CB8AC3E}">
        <p14:creationId xmlns:p14="http://schemas.microsoft.com/office/powerpoint/2010/main" val="112606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头脑风暴演示文稿">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3"/>
        </a:lnRef>
        <a:fillRef idx="2">
          <a:schemeClr val="accent3"/>
        </a:fillRef>
        <a:effectRef idx="1">
          <a:schemeClr val="accent3"/>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none" rtlCol="0">
        <a:spAutoFit/>
      </a:bodyPr>
      <a:lstStyle>
        <a:defPPr>
          <a:defRPr dirty="0" err="1" smtClean="0"/>
        </a:defPPr>
      </a:lstStyle>
    </a:txDef>
  </a:objectDefaults>
  <a:extraClrSchemeLst/>
  <a:extLst>
    <a:ext uri="{05A4C25C-085E-4340-85A3-A5531E510DB2}">
      <thm15:themeFamily xmlns:thm15="http://schemas.microsoft.com/office/thememl/2012/main" name="Office_15870186_TF03460637" id="{5A1F899C-D033-46B9-A576-F976E0A6D7F3}" vid="{931085E5-C572-4194-86FB-AF0D4975F89E}"/>
    </a:ext>
  </a:extLst>
</a:theme>
</file>

<file path=ppt/theme/theme2.xml><?xml version="1.0" encoding="utf-8"?>
<a:theme xmlns:a="http://schemas.openxmlformats.org/drawingml/2006/main" name="办公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业务头脑风暴演示文稿</Template>
  <TotalTime>49</TotalTime>
  <Words>441</Words>
  <Application>Microsoft Office PowerPoint</Application>
  <PresentationFormat>宽屏</PresentationFormat>
  <Paragraphs>46</Paragraphs>
  <Slides>8</Slides>
  <Notes>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黑体</vt:lpstr>
      <vt:lpstr>宋体</vt:lpstr>
      <vt:lpstr>微软雅黑</vt:lpstr>
      <vt:lpstr>Arial</vt:lpstr>
      <vt:lpstr>Calibri</vt:lpstr>
      <vt:lpstr>Century Gothic</vt:lpstr>
      <vt:lpstr>Wingdings 2</vt:lpstr>
      <vt:lpstr>头脑风暴演示文稿</vt:lpstr>
      <vt:lpstr>大学生创业现状调查</vt:lpstr>
      <vt:lpstr>研究概述</vt:lpstr>
      <vt:lpstr>项目背景</vt:lpstr>
      <vt:lpstr>研究内容</vt:lpstr>
      <vt:lpstr>研究方案</vt:lpstr>
      <vt:lpstr>项目特色</vt:lpstr>
      <vt:lpstr>时间安排</vt:lpstr>
      <vt:lpstr>预期成果</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大学生创业现状调查</dc:title>
  <dc:creator>苗 若兰</dc:creator>
  <cp:lastModifiedBy>苗 若兰</cp:lastModifiedBy>
  <cp:revision>6</cp:revision>
  <dcterms:created xsi:type="dcterms:W3CDTF">2018-10-10T13:46:29Z</dcterms:created>
  <dcterms:modified xsi:type="dcterms:W3CDTF">2018-10-10T14:36:02Z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74069100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